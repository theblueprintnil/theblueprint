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6" r:id="rId4"/>
    <p:sldMasterId id="2147483727" r:id="rId5"/>
    <p:sldMasterId id="2147483728" r:id="rId6"/>
    <p:sldMasterId id="214748372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Lst>
  <p:sldSz cy="5143500" cx="9144000"/>
  <p:notesSz cx="6858000" cy="9144000"/>
  <p:embeddedFontLst>
    <p:embeddedFont>
      <p:font typeface="Roboto"/>
      <p:regular r:id="rId43"/>
      <p:bold r:id="rId44"/>
      <p:italic r:id="rId45"/>
      <p:boldItalic r:id="rId46"/>
    </p:embeddedFont>
    <p:embeddedFont>
      <p:font typeface="Titillium Web"/>
      <p:regular r:id="rId47"/>
      <p:bold r:id="rId48"/>
      <p:italic r:id="rId49"/>
      <p:boldItalic r:id="rId50"/>
    </p:embeddedFont>
    <p:embeddedFont>
      <p:font typeface="Noticia Tex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TitilliumWeb-bold.fntdata"/><Relationship Id="rId47" Type="http://schemas.openxmlformats.org/officeDocument/2006/relationships/font" Target="fonts/TitilliumWeb-regular.fntdata"/><Relationship Id="rId49" Type="http://schemas.openxmlformats.org/officeDocument/2006/relationships/font" Target="fonts/TitilliumWeb-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NoticiaText-regular.fntdata"/><Relationship Id="rId50" Type="http://schemas.openxmlformats.org/officeDocument/2006/relationships/font" Target="fonts/TitilliumWeb-boldItalic.fntdata"/><Relationship Id="rId53" Type="http://schemas.openxmlformats.org/officeDocument/2006/relationships/font" Target="fonts/NoticiaText-italic.fntdata"/><Relationship Id="rId52" Type="http://schemas.openxmlformats.org/officeDocument/2006/relationships/font" Target="fonts/NoticiaText-bold.fntdata"/><Relationship Id="rId11" Type="http://schemas.openxmlformats.org/officeDocument/2006/relationships/slide" Target="slides/slide3.xml"/><Relationship Id="rId10" Type="http://schemas.openxmlformats.org/officeDocument/2006/relationships/slide" Target="slides/slide2.xml"/><Relationship Id="rId54" Type="http://schemas.openxmlformats.org/officeDocument/2006/relationships/font" Target="fonts/NoticiaText-boldItalic.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dicincinnati.com/advanced-manufacturing-builds-a-strong-future-for-cincinnati/" TargetMode="External"/><Relationship Id="rId3" Type="http://schemas.openxmlformats.org/officeDocument/2006/relationships/hyperlink" Target="https://ohiolmi.com/_docs/PROJ/JobsOhio/Industry_Snapshots/AdvancedMfg.pdf" TargetMode="External"/><Relationship Id="rId4" Type="http://schemas.openxmlformats.org/officeDocument/2006/relationships/hyperlink" Target="https://www.expansionsolutionsmagazine.com/lets-grow-together-building-a-stronger-future-in-ohio/"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8c8a85f459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Opening Script:</a:t>
            </a:r>
            <a:r>
              <a:rPr lang="en">
                <a:solidFill>
                  <a:schemeClr val="dk1"/>
                </a:solidFill>
              </a:rPr>
              <a:t> "Good [morning/afternoon], Lt. Governor Tressel. It’s nice seeing you again! Thank you for for meeting with us today, on behalf of KIp’s recommendation!. We’re excited to introduce you to NextGen A.I.R. - a revolutionary project that's transforming both advanced manufacturing and youth workforce development in Ohio." </a:t>
            </a:r>
            <a:r>
              <a:rPr lang="en" sz="1200">
                <a:solidFill>
                  <a:schemeClr val="dk1"/>
                </a:solidFill>
              </a:rPr>
              <a:t>The GennFlex Smart Factory in Wheeling, Illinois facility serves as a proof-of-concept for the NextGen A.I.R. model - integrating automation, robotics, AI-driven scheduling, and lean production systems in a compact, high-output footprint.</a:t>
            </a:r>
            <a:endParaRPr sz="1200">
              <a:solidFill>
                <a:schemeClr val="dk1"/>
              </a:solidFill>
            </a:endParaRPr>
          </a:p>
          <a:p>
            <a:pPr indent="0" lvl="0" marL="0" rtl="0" algn="l">
              <a:spcBef>
                <a:spcPts val="1200"/>
              </a:spcBef>
              <a:spcAft>
                <a:spcPts val="0"/>
              </a:spcAft>
              <a:buNone/>
            </a:pPr>
            <a:r>
              <a:t/>
            </a:r>
            <a:endParaRPr/>
          </a:p>
        </p:txBody>
      </p:sp>
      <p:sp>
        <p:nvSpPr>
          <p:cNvPr id="542" name="Google Shape;542;g38c8a85f459_2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c8a85f459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we have a GUY who has his finger on the pause of business</a:t>
            </a:r>
            <a:endParaRPr/>
          </a:p>
        </p:txBody>
      </p:sp>
      <p:sp>
        <p:nvSpPr>
          <p:cNvPr id="549" name="Google Shape;549;g38c8a85f459_2_1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8e1f52ace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8e1f52ace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Transition:</a:t>
            </a:r>
            <a:r>
              <a:rPr lang="en">
                <a:solidFill>
                  <a:schemeClr val="dk1"/>
                </a:solidFill>
              </a:rPr>
              <a:t> "Let me start by Introducing our collaborative Team and  sharing our vision and mission..."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8e1f52ace7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8e1f52ace7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949afc25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949afc25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rPr>
              <a:t>Mission Discussion (45 seconds):</a:t>
            </a:r>
            <a:r>
              <a:rPr lang="en">
                <a:solidFill>
                  <a:schemeClr val="dk1"/>
                </a:solidFill>
              </a:rPr>
              <a:t> "Our mission </a:t>
            </a:r>
            <a:r>
              <a:rPr b="1" lang="en">
                <a:solidFill>
                  <a:schemeClr val="dk1"/>
                </a:solidFill>
              </a:rPr>
              <a:t>brings this vision to life</a:t>
            </a:r>
            <a:r>
              <a:rPr lang="en">
                <a:solidFill>
                  <a:schemeClr val="dk1"/>
                </a:solidFill>
              </a:rPr>
              <a:t> through </a:t>
            </a:r>
            <a:r>
              <a:rPr lang="en" u="sng">
                <a:solidFill>
                  <a:schemeClr val="dk1"/>
                </a:solidFill>
              </a:rPr>
              <a:t>intensive</a:t>
            </a:r>
            <a:r>
              <a:rPr lang="en">
                <a:solidFill>
                  <a:schemeClr val="dk1"/>
                </a:solidFill>
              </a:rPr>
              <a:t>, </a:t>
            </a:r>
            <a:r>
              <a:rPr lang="en" u="sng">
                <a:solidFill>
                  <a:schemeClr val="dk1"/>
                </a:solidFill>
              </a:rPr>
              <a:t>high-tech training programs</a:t>
            </a:r>
            <a:r>
              <a:rPr lang="en">
                <a:solidFill>
                  <a:schemeClr val="dk1"/>
                </a:solidFill>
              </a:rPr>
              <a:t>. Every graduate receives guaranteed employment and a debt-free path to the middle class. </a:t>
            </a:r>
            <a:r>
              <a:rPr lang="en" u="sng">
                <a:solidFill>
                  <a:schemeClr val="dk1"/>
                </a:solidFill>
              </a:rPr>
              <a:t>We're creating </a:t>
            </a:r>
            <a:r>
              <a:rPr b="1" lang="en">
                <a:solidFill>
                  <a:schemeClr val="dk1"/>
                </a:solidFill>
              </a:rPr>
              <a:t>foundational blessings </a:t>
            </a:r>
            <a:r>
              <a:rPr lang="en">
                <a:solidFill>
                  <a:schemeClr val="dk1"/>
                </a:solidFill>
              </a:rPr>
              <a:t>that will </a:t>
            </a:r>
            <a:r>
              <a:rPr b="1" lang="en">
                <a:solidFill>
                  <a:schemeClr val="dk1"/>
                </a:solidFill>
              </a:rPr>
              <a:t>impact families and communities</a:t>
            </a:r>
            <a:r>
              <a:rPr lang="en">
                <a:solidFill>
                  <a:schemeClr val="dk1"/>
                </a:solidFill>
              </a:rPr>
              <a:t> f</a:t>
            </a:r>
            <a:r>
              <a:rPr lang="en" u="sng">
                <a:solidFill>
                  <a:schemeClr val="dk1"/>
                </a:solidFill>
              </a:rPr>
              <a:t>or generations</a:t>
            </a: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Key Points: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Systemic vulnerability to middle-class security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Positive Social Impact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Debt-free pathway focus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Transition:</a:t>
            </a:r>
            <a:r>
              <a:rPr lang="en">
                <a:solidFill>
                  <a:schemeClr val="dk1"/>
                </a:solidFill>
              </a:rPr>
              <a:t> "This vision is backed by an exceptional leadership team..."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8e1f52ace7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8e1f52ace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16ff21213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a16ff21213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16ff21213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a16ff21213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16ff21213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a16ff21213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8e1f52ace7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8e1f52ace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8000"/>
              </a:lnSpc>
              <a:spcBef>
                <a:spcPts val="1800"/>
              </a:spcBef>
              <a:spcAft>
                <a:spcPts val="0"/>
              </a:spcAft>
              <a:buClr>
                <a:schemeClr val="dk1"/>
              </a:buClr>
              <a:buSzPts val="1100"/>
              <a:buFont typeface="Arial"/>
              <a:buNone/>
            </a:pPr>
            <a:r>
              <a:rPr b="1" lang="en" sz="1300">
                <a:solidFill>
                  <a:schemeClr val="dk1"/>
                </a:solidFill>
                <a:latin typeface="Roboto"/>
                <a:ea typeface="Roboto"/>
                <a:cs typeface="Roboto"/>
                <a:sym typeface="Roboto"/>
              </a:rPr>
              <a:t>Workforce Development Projections</a:t>
            </a:r>
            <a:r>
              <a:rPr lang="en" sz="1300">
                <a:solidFill>
                  <a:schemeClr val="dk1"/>
                </a:solidFill>
                <a:latin typeface="Roboto"/>
                <a:ea typeface="Roboto"/>
                <a:cs typeface="Roboto"/>
                <a:sym typeface="Roboto"/>
              </a:rPr>
              <a:t>:</a:t>
            </a:r>
            <a:endParaRPr sz="1300">
              <a:solidFill>
                <a:schemeClr val="dk1"/>
              </a:solidFill>
              <a:latin typeface="Roboto"/>
              <a:ea typeface="Roboto"/>
              <a:cs typeface="Roboto"/>
              <a:sym typeface="Roboto"/>
            </a:endParaRPr>
          </a:p>
          <a:p>
            <a:pPr indent="-304800" lvl="0" marL="457200" rtl="0" algn="l">
              <a:lnSpc>
                <a:spcPct val="148000"/>
              </a:lnSpc>
              <a:spcBef>
                <a:spcPts val="400"/>
              </a:spcBef>
              <a:spcAft>
                <a:spcPts val="0"/>
              </a:spcAft>
              <a:buClr>
                <a:schemeClr val="dk1"/>
              </a:buClr>
              <a:buSzPts val="1200"/>
              <a:buFont typeface="Roboto"/>
              <a:buChar char="●"/>
            </a:pPr>
            <a:r>
              <a:rPr lang="en" sz="1200">
                <a:solidFill>
                  <a:schemeClr val="dk1"/>
                </a:solidFill>
                <a:latin typeface="Roboto"/>
                <a:ea typeface="Roboto"/>
                <a:cs typeface="Roboto"/>
                <a:sym typeface="Roboto"/>
              </a:rPr>
              <a:t>Skilled Labor Pipeline: Strategic collaborations between educational institutions, local industry, and government are developing workforce pipelines for mechatronics, machine maintenance, and smart system integration, critical for metal fabrication factories adopting advanced automation and digital tech.</a:t>
            </a:r>
            <a:endParaRPr sz="1200">
              <a:solidFill>
                <a:schemeClr val="dk1"/>
              </a:solidFill>
              <a:latin typeface="Roboto"/>
              <a:ea typeface="Roboto"/>
              <a:cs typeface="Roboto"/>
              <a:sym typeface="Roboto"/>
            </a:endParaRPr>
          </a:p>
          <a:p>
            <a:pPr indent="-304800" lvl="0" marL="457200" rtl="0" algn="l">
              <a:lnSpc>
                <a:spcPct val="148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Job Market Evolution: While some repetitive or lower-skill roles may decrease, higher-value tech and engineering jobs will rise, driving wage growth and attracting younger talent.</a:t>
            </a:r>
            <a:endParaRPr sz="1200">
              <a:solidFill>
                <a:schemeClr val="dk1"/>
              </a:solidFill>
              <a:latin typeface="Roboto"/>
              <a:ea typeface="Roboto"/>
              <a:cs typeface="Roboto"/>
              <a:sym typeface="Roboto"/>
            </a:endParaRPr>
          </a:p>
          <a:p>
            <a:pPr indent="0" lvl="0" marL="0" rtl="0" algn="l">
              <a:lnSpc>
                <a:spcPct val="148000"/>
              </a:lnSpc>
              <a:spcBef>
                <a:spcPts val="1800"/>
              </a:spcBef>
              <a:spcAft>
                <a:spcPts val="0"/>
              </a:spcAft>
              <a:buClr>
                <a:schemeClr val="dk1"/>
              </a:buClr>
              <a:buSzPts val="1100"/>
              <a:buFont typeface="Arial"/>
              <a:buNone/>
            </a:pPr>
            <a:r>
              <a:t/>
            </a:r>
            <a:endParaRPr b="1" sz="1200">
              <a:solidFill>
                <a:schemeClr val="dk1"/>
              </a:solidFill>
            </a:endParaRPr>
          </a:p>
          <a:p>
            <a:pPr indent="0" lvl="0" marL="0" rtl="0" algn="l">
              <a:lnSpc>
                <a:spcPct val="148000"/>
              </a:lnSpc>
              <a:spcBef>
                <a:spcPts val="1800"/>
              </a:spcBef>
              <a:spcAft>
                <a:spcPts val="0"/>
              </a:spcAft>
              <a:buClr>
                <a:schemeClr val="dk1"/>
              </a:buClr>
              <a:buSzPts val="1100"/>
              <a:buFont typeface="Arial"/>
              <a:buNone/>
            </a:pPr>
            <a:r>
              <a:t/>
            </a:r>
            <a:endParaRPr b="1" sz="1200">
              <a:solidFill>
                <a:schemeClr val="dk1"/>
              </a:solidFill>
            </a:endParaRPr>
          </a:p>
          <a:p>
            <a:pPr indent="0" lvl="0" marL="0" rtl="0" algn="l">
              <a:spcBef>
                <a:spcPts val="4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16ff21213_0_660:notes"/>
          <p:cNvSpPr txBox="1"/>
          <p:nvPr>
            <p:ph idx="1" type="body"/>
          </p:nvPr>
        </p:nvSpPr>
        <p:spPr>
          <a:xfrm>
            <a:off x="685802"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Next Air Academy &amp; OakMont Education are Collaborating to have our first Smart Factory in OHIO  along the</a:t>
            </a:r>
            <a:r>
              <a:rPr lang="en">
                <a:solidFill>
                  <a:schemeClr val="dk1"/>
                </a:solidFill>
              </a:rPr>
              <a:t> </a:t>
            </a:r>
            <a:r>
              <a:rPr lang="en">
                <a:solidFill>
                  <a:schemeClr val="dk1"/>
                </a:solidFill>
              </a:rPr>
              <a:t> </a:t>
            </a:r>
            <a:r>
              <a:rPr b="1" lang="en" sz="1600">
                <a:solidFill>
                  <a:schemeClr val="dk1"/>
                </a:solidFill>
                <a:latin typeface="Titillium Web"/>
                <a:ea typeface="Titillium Web"/>
                <a:cs typeface="Titillium Web"/>
                <a:sym typeface="Titillium Web"/>
              </a:rPr>
              <a:t>I-75 Business Corridor Industry and Workforce Needs Analysis</a:t>
            </a:r>
            <a:r>
              <a:rPr lang="en" sz="1600">
                <a:solidFill>
                  <a:schemeClr val="dk1"/>
                </a:solidFill>
                <a:latin typeface="Titillium Web"/>
                <a:ea typeface="Titillium Web"/>
                <a:cs typeface="Titillium Web"/>
                <a:sym typeface="Titillium Web"/>
              </a:rPr>
              <a:t>.  Conducted in partnership by the award winning</a:t>
            </a:r>
            <a:r>
              <a:rPr b="1" lang="en" sz="1600">
                <a:solidFill>
                  <a:schemeClr val="dk1"/>
                </a:solidFill>
                <a:latin typeface="Titillium Web"/>
                <a:ea typeface="Titillium Web"/>
                <a:cs typeface="Titillium Web"/>
                <a:sym typeface="Titillium Web"/>
              </a:rPr>
              <a:t> Alpaugh Family Economics Center at the University of Cincinnati</a:t>
            </a:r>
            <a:r>
              <a:rPr lang="en" sz="1600">
                <a:solidFill>
                  <a:schemeClr val="dk1"/>
                </a:solidFill>
                <a:latin typeface="Titillium Web"/>
                <a:ea typeface="Titillium Web"/>
                <a:cs typeface="Titillium Web"/>
                <a:sym typeface="Titillium Web"/>
              </a:rPr>
              <a:t> </a:t>
            </a:r>
            <a:r>
              <a:rPr b="1" lang="en" sz="1600">
                <a:solidFill>
                  <a:schemeClr val="dk1"/>
                </a:solidFill>
                <a:latin typeface="Titillium Web"/>
                <a:ea typeface="Titillium Web"/>
                <a:cs typeface="Titillium Web"/>
                <a:sym typeface="Titillium Web"/>
              </a:rPr>
              <a:t>2015 - 2035</a:t>
            </a:r>
            <a:endParaRPr b="1" sz="1600">
              <a:solidFill>
                <a:schemeClr val="dk1"/>
              </a:solidFill>
              <a:latin typeface="Titillium Web"/>
              <a:ea typeface="Titillium Web"/>
              <a:cs typeface="Titillium Web"/>
              <a:sym typeface="Titillium Web"/>
            </a:endParaRPr>
          </a:p>
          <a:p>
            <a:pPr indent="0" lvl="0" marL="0" rtl="0" algn="l">
              <a:spcBef>
                <a:spcPts val="0"/>
              </a:spcBef>
              <a:spcAft>
                <a:spcPts val="0"/>
              </a:spcAft>
              <a:buNone/>
            </a:pPr>
            <a:r>
              <a:t/>
            </a:r>
            <a:endParaRPr b="1" sz="1600">
              <a:solidFill>
                <a:schemeClr val="dk1"/>
              </a:solidFill>
              <a:latin typeface="Titillium Web"/>
              <a:ea typeface="Titillium Web"/>
              <a:cs typeface="Titillium Web"/>
              <a:sym typeface="Titillium Web"/>
            </a:endParaRPr>
          </a:p>
          <a:p>
            <a:pPr indent="0" lvl="0" marL="0" rtl="0" algn="l">
              <a:spcBef>
                <a:spcPts val="0"/>
              </a:spcBef>
              <a:spcAft>
                <a:spcPts val="0"/>
              </a:spcAft>
              <a:buClr>
                <a:schemeClr val="dk1"/>
              </a:buClr>
              <a:buSzPts val="1100"/>
              <a:buFont typeface="Arial"/>
              <a:buNone/>
            </a:pPr>
            <a:r>
              <a:rPr b="1" lang="en" sz="1400">
                <a:solidFill>
                  <a:schemeClr val="dk1"/>
                </a:solidFill>
              </a:rPr>
              <a:t>Next Air Academy &amp; OakMont Education are Collaborating to have our first Smart Factory in OHIO open along the</a:t>
            </a:r>
            <a:r>
              <a:rPr lang="en">
                <a:solidFill>
                  <a:schemeClr val="dk1"/>
                </a:solidFill>
              </a:rPr>
              <a:t>  </a:t>
            </a:r>
            <a:r>
              <a:rPr b="1" lang="en" sz="1600">
                <a:solidFill>
                  <a:schemeClr val="dk1"/>
                </a:solidFill>
                <a:latin typeface="Titillium Web"/>
                <a:ea typeface="Titillium Web"/>
                <a:cs typeface="Titillium Web"/>
                <a:sym typeface="Titillium Web"/>
              </a:rPr>
              <a:t>I-75 Business Corridor </a:t>
            </a:r>
            <a:endParaRPr b="1" sz="1600">
              <a:solidFill>
                <a:schemeClr val="dk1"/>
              </a:solidFill>
              <a:latin typeface="Titillium Web"/>
              <a:ea typeface="Titillium Web"/>
              <a:cs typeface="Titillium Web"/>
              <a:sym typeface="Titillium Web"/>
            </a:endParaRPr>
          </a:p>
        </p:txBody>
      </p:sp>
      <p:sp>
        <p:nvSpPr>
          <p:cNvPr id="620" name="Google Shape;620;g3a16ff21213_0_660:notes"/>
          <p:cNvSpPr/>
          <p:nvPr>
            <p:ph idx="2" type="sldImg"/>
          </p:nvPr>
        </p:nvSpPr>
        <p:spPr>
          <a:xfrm>
            <a:off x="412130" y="686112"/>
            <a:ext cx="603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16ff21213_0_5:notes"/>
          <p:cNvSpPr txBox="1"/>
          <p:nvPr>
            <p:ph idx="1" type="body"/>
          </p:nvPr>
        </p:nvSpPr>
        <p:spPr>
          <a:xfrm>
            <a:off x="685802"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Top Industries: Advanced </a:t>
            </a:r>
            <a:r>
              <a:rPr b="1" lang="en" sz="1600"/>
              <a:t>Manufacturing</a:t>
            </a:r>
            <a:r>
              <a:rPr b="1" lang="en" sz="1600"/>
              <a:t> &amp; Healthcare</a:t>
            </a:r>
            <a:endParaRPr b="1" sz="1600"/>
          </a:p>
        </p:txBody>
      </p:sp>
      <p:sp>
        <p:nvSpPr>
          <p:cNvPr id="628" name="Google Shape;628;g3a16ff21213_0_5:notes"/>
          <p:cNvSpPr/>
          <p:nvPr>
            <p:ph idx="2" type="sldImg"/>
          </p:nvPr>
        </p:nvSpPr>
        <p:spPr>
          <a:xfrm>
            <a:off x="412130" y="686112"/>
            <a:ext cx="603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a16ff21213_0_328:notes"/>
          <p:cNvSpPr txBox="1"/>
          <p:nvPr>
            <p:ph idx="1" type="body"/>
          </p:nvPr>
        </p:nvSpPr>
        <p:spPr>
          <a:xfrm>
            <a:off x="685802"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2A3A"/>
              </a:buClr>
              <a:buSzPts val="1800"/>
              <a:buFont typeface="Arial"/>
              <a:buNone/>
            </a:pPr>
            <a:r>
              <a:rPr lang="en" sz="1800">
                <a:solidFill>
                  <a:srgbClr val="002A3A"/>
                </a:solidFill>
                <a:latin typeface="Titillium Web"/>
                <a:ea typeface="Titillium Web"/>
                <a:cs typeface="Titillium Web"/>
                <a:sym typeface="Titillium Web"/>
              </a:rPr>
              <a:t>61% of these top 2 industries require</a:t>
            </a:r>
            <a:r>
              <a:rPr b="1" lang="en" sz="1800">
                <a:solidFill>
                  <a:srgbClr val="002A3A"/>
                </a:solidFill>
                <a:latin typeface="Titillium Web"/>
                <a:ea typeface="Titillium Web"/>
                <a:cs typeface="Titillium Web"/>
                <a:sym typeface="Titillium Web"/>
              </a:rPr>
              <a:t> ONLY a high school diplomas </a:t>
            </a:r>
            <a:r>
              <a:rPr lang="en" sz="1800">
                <a:solidFill>
                  <a:srgbClr val="002A3A"/>
                </a:solidFill>
                <a:latin typeface="Titillium Web"/>
                <a:ea typeface="Titillium Web"/>
                <a:cs typeface="Titillium Web"/>
                <a:sym typeface="Titillium Web"/>
              </a:rPr>
              <a:t>with these </a:t>
            </a:r>
            <a:r>
              <a:rPr b="1" lang="en" sz="1800">
                <a:solidFill>
                  <a:srgbClr val="002A3A"/>
                </a:solidFill>
                <a:latin typeface="Titillium Web"/>
                <a:ea typeface="Titillium Web"/>
                <a:cs typeface="Titillium Web"/>
                <a:sym typeface="Titillium Web"/>
              </a:rPr>
              <a:t>Top Five Essential Skills — </a:t>
            </a:r>
            <a:r>
              <a:rPr b="1" lang="en" sz="1800">
                <a:solidFill>
                  <a:srgbClr val="980000"/>
                </a:solidFill>
                <a:latin typeface="Titillium Web"/>
                <a:ea typeface="Titillium Web"/>
                <a:cs typeface="Titillium Web"/>
                <a:sym typeface="Titillium Web"/>
              </a:rPr>
              <a:t>NextGen AIR Academy Teaches this next generation how to think! </a:t>
            </a:r>
            <a:endParaRPr b="1" sz="1800">
              <a:solidFill>
                <a:srgbClr val="980000"/>
              </a:solidFill>
              <a:latin typeface="Trebuchet MS"/>
              <a:ea typeface="Trebuchet MS"/>
              <a:cs typeface="Trebuchet MS"/>
              <a:sym typeface="Trebuchet MS"/>
            </a:endParaRPr>
          </a:p>
          <a:p>
            <a:pPr indent="0" lvl="0" marL="0" rtl="0" algn="ctr">
              <a:spcBef>
                <a:spcPts val="0"/>
              </a:spcBef>
              <a:spcAft>
                <a:spcPts val="0"/>
              </a:spcAft>
              <a:buClr>
                <a:schemeClr val="dk1"/>
              </a:buClr>
              <a:buFont typeface="Arial"/>
              <a:buNone/>
            </a:pPr>
            <a:r>
              <a:rPr b="1" lang="en" sz="1300">
                <a:solidFill>
                  <a:schemeClr val="dk1"/>
                </a:solidFill>
                <a:latin typeface="Titillium Web"/>
                <a:ea typeface="Titillium Web"/>
                <a:cs typeface="Titillium Web"/>
                <a:sym typeface="Titillium Web"/>
              </a:rPr>
              <a:t>Observe | Assess | Track Performance | Progress Over Time To Identify Areas For Improvement, Take Corrective Action, and Ensure Goals Are Met | Assessment, Observation, Feedback &amp; Analysis, Adaptation</a:t>
            </a:r>
            <a:endParaRPr b="1" sz="1500">
              <a:solidFill>
                <a:schemeClr val="dk1"/>
              </a:solidFill>
            </a:endParaRPr>
          </a:p>
          <a:p>
            <a:pPr indent="0" lvl="0" marL="0" rtl="0" algn="l">
              <a:spcBef>
                <a:spcPts val="0"/>
              </a:spcBef>
              <a:spcAft>
                <a:spcPts val="0"/>
              </a:spcAft>
              <a:buNone/>
            </a:pPr>
            <a:r>
              <a:t/>
            </a:r>
            <a:endParaRPr/>
          </a:p>
        </p:txBody>
      </p:sp>
      <p:sp>
        <p:nvSpPr>
          <p:cNvPr id="636" name="Google Shape;636;g3a16ff21213_0_328:notes"/>
          <p:cNvSpPr/>
          <p:nvPr>
            <p:ph idx="2" type="sldImg"/>
          </p:nvPr>
        </p:nvSpPr>
        <p:spPr>
          <a:xfrm>
            <a:off x="412130" y="686112"/>
            <a:ext cx="603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8c8a85f459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Key Points to Emphasize: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NextGen A.I.R. represents the future of manufacturing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We're creating pathways from vulnerability to job-security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Three strategic Ohio locations with Industry 4.0 technology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360"/>
              </a:spcBef>
              <a:spcAft>
                <a:spcPts val="0"/>
              </a:spcAft>
              <a:buClr>
                <a:schemeClr val="dk1"/>
              </a:buClr>
              <a:buSzPts val="1100"/>
              <a:buFont typeface="Arial"/>
              <a:buNone/>
            </a:pPr>
            <a:r>
              <a:rPr lang="en">
                <a:solidFill>
                  <a:schemeClr val="dk1"/>
                </a:solidFill>
                <a:latin typeface="Calibri"/>
                <a:ea typeface="Calibri"/>
                <a:cs typeface="Calibri"/>
                <a:sym typeface="Calibri"/>
              </a:rPr>
              <a:t>2) NAIR Smart Factory, STATS/economy, MOU, 3 OH Smart Factories near Oakmont Education in Dayton/Cinci/Akron. NAIR-Employer/employee linkage. Profitability SF. Potential strategic partners -SDR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653" name="Google Shape;653;g38c8a85f459_2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8e1f52ace7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8e1f52ace7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latin typeface="Roboto"/>
                <a:ea typeface="Roboto"/>
                <a:cs typeface="Roboto"/>
                <a:sym typeface="Roboto"/>
              </a:rPr>
              <a:t>Summary</a:t>
            </a:r>
            <a:endParaRPr b="1" sz="1700">
              <a:solidFill>
                <a:schemeClr val="dk1"/>
              </a:solidFill>
              <a:latin typeface="Roboto"/>
              <a:ea typeface="Roboto"/>
              <a:cs typeface="Roboto"/>
              <a:sym typeface="Roboto"/>
            </a:endParaRPr>
          </a:p>
          <a:p>
            <a:pPr indent="-304800" lvl="0" marL="457200" rtl="0" algn="l">
              <a:lnSpc>
                <a:spcPct val="115000"/>
              </a:lnSpc>
              <a:spcBef>
                <a:spcPts val="400"/>
              </a:spcBef>
              <a:spcAft>
                <a:spcPts val="0"/>
              </a:spcAft>
              <a:buClr>
                <a:schemeClr val="dk1"/>
              </a:buClr>
              <a:buSzPts val="1200"/>
              <a:buFont typeface="Roboto"/>
              <a:buChar char="●"/>
            </a:pPr>
            <a:r>
              <a:rPr lang="en" sz="1200">
                <a:solidFill>
                  <a:schemeClr val="dk1"/>
                </a:solidFill>
                <a:latin typeface="Roboto"/>
                <a:ea typeface="Roboto"/>
                <a:cs typeface="Roboto"/>
                <a:sym typeface="Roboto"/>
              </a:rPr>
              <a:t>Ohio's advanced manufacturing market shows strong growth potential with an estimated $41.8 billion to $54 billion revenue increase over the next five years.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Employment in these sectors is projected to grow by approximately 155,000 to 168,000 jobs, reflecting solid workforce expansion.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Key industries reflect robust demand driven by electric vehicles and battery tech, aerospace innovation, semiconductor growth, renewables, and industrial machinery.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total projections integrate multi-industry strengths, backed by Ohio’s infrastructure, skilled talent, and innovation investments.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Roboto"/>
                <a:ea typeface="Roboto"/>
                <a:cs typeface="Roboto"/>
                <a:sym typeface="Roboto"/>
              </a:rPr>
              <a:t>This table and summary provide a clear snapshot of Ohio's advanced manufacturing market potential by industry, highlighting economic opportunity and workforce growth through 2030. The estimates are based on available regional data combined with sector trends and economic development insights.</a:t>
            </a:r>
            <a:endParaRPr sz="1200">
              <a:solidFill>
                <a:schemeClr val="dk1"/>
              </a:solidFill>
              <a:latin typeface="Roboto"/>
              <a:ea typeface="Roboto"/>
              <a:cs typeface="Roboto"/>
              <a:sym typeface="Roboto"/>
            </a:endParaRPr>
          </a:p>
          <a:p>
            <a:pPr indent="0" lvl="0" marL="0" rtl="0" algn="l">
              <a:spcBef>
                <a:spcPts val="600"/>
              </a:spcBef>
              <a:spcAft>
                <a:spcPts val="0"/>
              </a:spcAft>
              <a:buNone/>
            </a:pPr>
            <a:r>
              <a:rPr lang="en" u="sng">
                <a:solidFill>
                  <a:schemeClr val="hlink"/>
                </a:solidFill>
                <a:hlinkClick r:id="rId2"/>
              </a:rPr>
              <a:t>https://redicincinnati.com/advanced-manufacturing-builds-a-strong-future-for-cincinnati/</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https://ohiolmi.com/_docs/PROJ/JobsOhio/Industry_Snapshots/AdvancedMfg.pdf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https://www.expansionsolutionsmagazine.com/lets-grow-together-building-a-stronger-future-in-ohio/</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8e1f52ace7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8e1f52ace7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950f78f3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950f78f3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following table captures the key benefits for small and mid-sized manufacturers hiring youth trained at advanced manufacturing facilities.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Reduced onboarding costs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Reduced training costs by hiring a highly trained, job ready candidate</a:t>
            </a:r>
            <a:endParaRPr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a19ff9e24e_0_323:notes"/>
          <p:cNvSpPr txBox="1"/>
          <p:nvPr>
            <p:ph idx="1" type="body"/>
          </p:nvPr>
        </p:nvSpPr>
        <p:spPr>
          <a:xfrm>
            <a:off x="685802"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g3a19ff9e24e_0_323:notes"/>
          <p:cNvSpPr/>
          <p:nvPr>
            <p:ph idx="2" type="sldImg"/>
          </p:nvPr>
        </p:nvSpPr>
        <p:spPr>
          <a:xfrm>
            <a:off x="412130" y="686112"/>
            <a:ext cx="603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8e1f52ace7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8e1f52ace7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8e1f52ace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8e1f52ace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JERRY / MOU / Why together we will have an impact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8e1f52ace7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8e1f52ace7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a0b198117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a0b198117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a0b198117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a0b198117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a0b198117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a0b198117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By 2030 Ohio is going to need 30 Thousand new skilled people!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0b198117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a0b198117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0b1981179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a0b198117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8e1f52ace7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8e1f52ace7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8e1f52ace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8e1f52ace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8e1f52ace7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8e1f52ace7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8e1f52ace7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8e1f52ace7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GIVE US YOUR THOUGHTS? // KIP THOUGHTS // QUESTIONS?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8e1f52ace7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8e1f52ace7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8e1f52ace7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8e1f52ace7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marR="63500" rtl="0" algn="l">
              <a:lnSpc>
                <a:spcPct val="128571"/>
              </a:lnSpc>
              <a:spcBef>
                <a:spcPts val="0"/>
              </a:spcBef>
              <a:spcAft>
                <a:spcPts val="0"/>
              </a:spcAft>
              <a:buClr>
                <a:schemeClr val="dk1"/>
              </a:buClr>
              <a:buSzPts val="1100"/>
              <a:buFont typeface="Arial"/>
              <a:buNone/>
            </a:pPr>
            <a:r>
              <a:rPr b="1" lang="en">
                <a:solidFill>
                  <a:srgbClr val="666666"/>
                </a:solidFill>
                <a:highlight>
                  <a:srgbClr val="F4F8FF"/>
                </a:highlight>
                <a:latin typeface="Roboto"/>
                <a:ea typeface="Roboto"/>
                <a:cs typeface="Roboto"/>
                <a:sym typeface="Roboto"/>
              </a:rPr>
              <a:t>Search Assist</a:t>
            </a:r>
            <a:endParaRPr b="1">
              <a:solidFill>
                <a:srgbClr val="666666"/>
              </a:solidFill>
              <a:highlight>
                <a:srgbClr val="F4F8FF"/>
              </a:highlight>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rPr lang="en" sz="1250">
                <a:solidFill>
                  <a:srgbClr val="222222"/>
                </a:solidFill>
                <a:highlight>
                  <a:srgbClr val="F4F8FF"/>
                </a:highlight>
                <a:latin typeface="Roboto"/>
                <a:ea typeface="Roboto"/>
                <a:cs typeface="Roboto"/>
                <a:sym typeface="Roboto"/>
              </a:rPr>
              <a:t>Lt. Governor Jim Tressel is leading Ohio's Workforce Playbook initiative, which aims to align education with the state's job market needs by enhancing career pathways and work-based learning opportunities for students. His efforts focus on retaining talent in Ohio and ensuring that educational institutions prepare students for in-demand careers through partnerships with local businesses and community organizations.</a:t>
            </a:r>
            <a:endParaRPr sz="1250">
              <a:solidFill>
                <a:srgbClr val="222222"/>
              </a:solidFill>
              <a:highlight>
                <a:srgbClr val="F4F8FF"/>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8e1f52ace7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8e1f52ace7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8e1f52ace7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8e1f52ace7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 Id="rId3" Type="http://schemas.openxmlformats.org/officeDocument/2006/relationships/image" Target="../media/image1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 Id="rId3"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 Id="rId3"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 Id="rId3"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5" name="Google Shape;65;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1" name="Google Shape;71;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7" name="Google Shape;77;p17"/>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8" name="Google Shape;78;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5" name="Google Shape;85;p18"/>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6" name="Google Shape;86;p18"/>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7" name="Google Shape;87;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1272778" y="-609600"/>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125" name="Shape 125"/>
        <p:cNvGrpSpPr/>
        <p:nvPr/>
      </p:nvGrpSpPr>
      <p:grpSpPr>
        <a:xfrm>
          <a:off x="0" y="0"/>
          <a:ext cx="0" cy="0"/>
          <a:chOff x="0" y="0"/>
          <a:chExt cx="0" cy="0"/>
        </a:xfrm>
      </p:grpSpPr>
      <p:sp>
        <p:nvSpPr>
          <p:cNvPr id="126" name="Google Shape;126;p25"/>
          <p:cNvSpPr txBox="1"/>
          <p:nvPr>
            <p:ph idx="1" type="body"/>
          </p:nvPr>
        </p:nvSpPr>
        <p:spPr>
          <a:xfrm>
            <a:off x="481214" y="1139994"/>
            <a:ext cx="7682700" cy="3020400"/>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1pPr>
            <a:lvl2pPr indent="-355600" lvl="1" marL="9144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2pPr>
            <a:lvl3pPr indent="-342900" lvl="2" marL="1371600" algn="l">
              <a:spcBef>
                <a:spcPts val="360"/>
              </a:spcBef>
              <a:spcAft>
                <a:spcPts val="0"/>
              </a:spcAft>
              <a:buClr>
                <a:srgbClr val="002A3A"/>
              </a:buClr>
              <a:buSzPts val="1800"/>
              <a:buChar char="•"/>
              <a:defRPr sz="1800">
                <a:solidFill>
                  <a:srgbClr val="002A3A"/>
                </a:solidFill>
                <a:latin typeface="Trebuchet MS"/>
                <a:ea typeface="Trebuchet MS"/>
                <a:cs typeface="Trebuchet MS"/>
                <a:sym typeface="Trebuchet MS"/>
              </a:defRPr>
            </a:lvl3pPr>
            <a:lvl4pPr indent="-330200" lvl="3" marL="1828800" algn="l">
              <a:spcBef>
                <a:spcPts val="320"/>
              </a:spcBef>
              <a:spcAft>
                <a:spcPts val="0"/>
              </a:spcAft>
              <a:buClr>
                <a:srgbClr val="002A3A"/>
              </a:buClr>
              <a:buSzPts val="1600"/>
              <a:buChar char="–"/>
              <a:defRPr sz="1600">
                <a:solidFill>
                  <a:srgbClr val="002A3A"/>
                </a:solidFill>
                <a:latin typeface="Trebuchet MS"/>
                <a:ea typeface="Trebuchet MS"/>
                <a:cs typeface="Trebuchet MS"/>
                <a:sym typeface="Trebuchet MS"/>
              </a:defRPr>
            </a:lvl4pPr>
            <a:lvl5pPr indent="-317500" lvl="4" marL="2286000" algn="l">
              <a:spcBef>
                <a:spcPts val="280"/>
              </a:spcBef>
              <a:spcAft>
                <a:spcPts val="0"/>
              </a:spcAft>
              <a:buClr>
                <a:srgbClr val="002A3A"/>
              </a:buClr>
              <a:buSzPts val="1400"/>
              <a:buChar char="»"/>
              <a:defRPr sz="1400">
                <a:solidFill>
                  <a:srgbClr val="002A3A"/>
                </a:solidFill>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7" name="Google Shape;127;p25"/>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5"/>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29" name="Google Shape;129;p25"/>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130" name="Google Shape;130;p25"/>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131" name="Google Shape;131;p25"/>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1">
  <p:cSld name="Bulleted List_1">
    <p:spTree>
      <p:nvGrpSpPr>
        <p:cNvPr id="132" name="Shape 132"/>
        <p:cNvGrpSpPr/>
        <p:nvPr/>
      </p:nvGrpSpPr>
      <p:grpSpPr>
        <a:xfrm>
          <a:off x="0" y="0"/>
          <a:ext cx="0" cy="0"/>
          <a:chOff x="0" y="0"/>
          <a:chExt cx="0" cy="0"/>
        </a:xfrm>
      </p:grpSpPr>
      <p:sp>
        <p:nvSpPr>
          <p:cNvPr id="133" name="Google Shape;133;p26"/>
          <p:cNvSpPr txBox="1"/>
          <p:nvPr>
            <p:ph idx="1" type="body"/>
          </p:nvPr>
        </p:nvSpPr>
        <p:spPr>
          <a:xfrm>
            <a:off x="481214" y="1139994"/>
            <a:ext cx="7682700" cy="3020400"/>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1pPr>
            <a:lvl2pPr indent="-355600" lvl="1" marL="9144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2pPr>
            <a:lvl3pPr indent="-342900" lvl="2" marL="1371600" algn="l">
              <a:spcBef>
                <a:spcPts val="360"/>
              </a:spcBef>
              <a:spcAft>
                <a:spcPts val="0"/>
              </a:spcAft>
              <a:buClr>
                <a:srgbClr val="002A3A"/>
              </a:buClr>
              <a:buSzPts val="1800"/>
              <a:buChar char="•"/>
              <a:defRPr sz="1800">
                <a:solidFill>
                  <a:srgbClr val="002A3A"/>
                </a:solidFill>
                <a:latin typeface="Trebuchet MS"/>
                <a:ea typeface="Trebuchet MS"/>
                <a:cs typeface="Trebuchet MS"/>
                <a:sym typeface="Trebuchet MS"/>
              </a:defRPr>
            </a:lvl3pPr>
            <a:lvl4pPr indent="-330200" lvl="3" marL="1828800" algn="l">
              <a:spcBef>
                <a:spcPts val="320"/>
              </a:spcBef>
              <a:spcAft>
                <a:spcPts val="0"/>
              </a:spcAft>
              <a:buClr>
                <a:srgbClr val="002A3A"/>
              </a:buClr>
              <a:buSzPts val="1600"/>
              <a:buChar char="–"/>
              <a:defRPr sz="1600">
                <a:solidFill>
                  <a:srgbClr val="002A3A"/>
                </a:solidFill>
                <a:latin typeface="Trebuchet MS"/>
                <a:ea typeface="Trebuchet MS"/>
                <a:cs typeface="Trebuchet MS"/>
                <a:sym typeface="Trebuchet MS"/>
              </a:defRPr>
            </a:lvl4pPr>
            <a:lvl5pPr indent="-317500" lvl="4" marL="2286000" algn="l">
              <a:spcBef>
                <a:spcPts val="280"/>
              </a:spcBef>
              <a:spcAft>
                <a:spcPts val="0"/>
              </a:spcAft>
              <a:buClr>
                <a:srgbClr val="002A3A"/>
              </a:buClr>
              <a:buSzPts val="1400"/>
              <a:buChar char="»"/>
              <a:defRPr sz="1400">
                <a:solidFill>
                  <a:srgbClr val="002A3A"/>
                </a:solidFill>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4" name="Google Shape;134;p26"/>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6"/>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36" name="Google Shape;136;p26"/>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band.jpg" id="137" name="Google Shape;137;p26"/>
          <p:cNvPicPr preferRelativeResize="0"/>
          <p:nvPr/>
        </p:nvPicPr>
        <p:blipFill rotWithShape="1">
          <a:blip r:embed="rId2">
            <a:alphaModFix/>
          </a:blip>
          <a:srcRect b="0" l="0" r="0" t="0"/>
          <a:stretch/>
        </p:blipFill>
        <p:spPr>
          <a:xfrm>
            <a:off x="0" y="4687895"/>
            <a:ext cx="7296150" cy="48820"/>
          </a:xfrm>
          <a:prstGeom prst="rect">
            <a:avLst/>
          </a:prstGeom>
          <a:noFill/>
          <a:ln>
            <a:noFill/>
          </a:ln>
        </p:spPr>
      </p:pic>
      <p:sp>
        <p:nvSpPr>
          <p:cNvPr id="138" name="Google Shape;138;p26"/>
          <p:cNvSpPr txBox="1"/>
          <p:nvPr/>
        </p:nvSpPr>
        <p:spPr>
          <a:xfrm>
            <a:off x="7462300" y="4426775"/>
            <a:ext cx="1419300" cy="38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Impact"/>
                <a:ea typeface="Impact"/>
                <a:cs typeface="Impact"/>
                <a:sym typeface="Impact"/>
              </a:rPr>
              <a:t>NextGen AIR</a:t>
            </a:r>
            <a:endParaRPr sz="1600">
              <a:solidFill>
                <a:schemeClr val="dk1"/>
              </a:solidFill>
              <a:latin typeface="Impact"/>
              <a:ea typeface="Impact"/>
              <a:cs typeface="Impact"/>
              <a:sym typeface="Impac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Content">
  <p:cSld name="One Column Content">
    <p:spTree>
      <p:nvGrpSpPr>
        <p:cNvPr id="139" name="Shape 139"/>
        <p:cNvGrpSpPr/>
        <p:nvPr/>
      </p:nvGrpSpPr>
      <p:grpSpPr>
        <a:xfrm>
          <a:off x="0" y="0"/>
          <a:ext cx="0" cy="0"/>
          <a:chOff x="0" y="0"/>
          <a:chExt cx="0" cy="0"/>
        </a:xfrm>
      </p:grpSpPr>
      <p:sp>
        <p:nvSpPr>
          <p:cNvPr id="140" name="Google Shape;140;p27"/>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7"/>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rgbClr val="002A3A"/>
              </a:buClr>
              <a:buSzPts val="1800"/>
              <a:buNone/>
              <a:defRPr b="0" sz="18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2" name="Google Shape;142;p27"/>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000" u="none" cap="none" strike="noStrike">
                <a:solidFill>
                  <a:srgbClr val="6BA539"/>
                </a:solidFill>
                <a:latin typeface="Trebuchet MS"/>
                <a:ea typeface="Trebuchet MS"/>
                <a:cs typeface="Trebuchet MS"/>
                <a:sym typeface="Trebuchet MS"/>
              </a:defRPr>
            </a:lvl1pPr>
            <a:lvl2pPr indent="0" lvl="1" marL="0" algn="l">
              <a:spcBef>
                <a:spcPts val="0"/>
              </a:spcBef>
              <a:buNone/>
              <a:defRPr b="0" i="0" sz="1000" u="none" cap="none" strike="noStrike">
                <a:solidFill>
                  <a:srgbClr val="6BA539"/>
                </a:solidFill>
                <a:latin typeface="Trebuchet MS"/>
                <a:ea typeface="Trebuchet MS"/>
                <a:cs typeface="Trebuchet MS"/>
                <a:sym typeface="Trebuchet MS"/>
              </a:defRPr>
            </a:lvl2pPr>
            <a:lvl3pPr indent="0" lvl="2" marL="0" algn="l">
              <a:spcBef>
                <a:spcPts val="0"/>
              </a:spcBef>
              <a:buNone/>
              <a:defRPr b="0" i="0" sz="1000" u="none" cap="none" strike="noStrike">
                <a:solidFill>
                  <a:srgbClr val="6BA539"/>
                </a:solidFill>
                <a:latin typeface="Trebuchet MS"/>
                <a:ea typeface="Trebuchet MS"/>
                <a:cs typeface="Trebuchet MS"/>
                <a:sym typeface="Trebuchet MS"/>
              </a:defRPr>
            </a:lvl3pPr>
            <a:lvl4pPr indent="0" lvl="3" marL="0" algn="l">
              <a:spcBef>
                <a:spcPts val="0"/>
              </a:spcBef>
              <a:buNone/>
              <a:defRPr b="0" i="0" sz="1000" u="none" cap="none" strike="noStrike">
                <a:solidFill>
                  <a:srgbClr val="6BA539"/>
                </a:solidFill>
                <a:latin typeface="Trebuchet MS"/>
                <a:ea typeface="Trebuchet MS"/>
                <a:cs typeface="Trebuchet MS"/>
                <a:sym typeface="Trebuchet MS"/>
              </a:defRPr>
            </a:lvl4pPr>
            <a:lvl5pPr indent="0" lvl="4" marL="0" algn="l">
              <a:spcBef>
                <a:spcPts val="0"/>
              </a:spcBef>
              <a:buNone/>
              <a:defRPr b="0" i="0" sz="1000" u="none" cap="none" strike="noStrike">
                <a:solidFill>
                  <a:srgbClr val="6BA539"/>
                </a:solidFill>
                <a:latin typeface="Trebuchet MS"/>
                <a:ea typeface="Trebuchet MS"/>
                <a:cs typeface="Trebuchet MS"/>
                <a:sym typeface="Trebuchet MS"/>
              </a:defRPr>
            </a:lvl5pPr>
            <a:lvl6pPr indent="0" lvl="5" marL="0" algn="l">
              <a:spcBef>
                <a:spcPts val="0"/>
              </a:spcBef>
              <a:buNone/>
              <a:defRPr b="0" i="0" sz="1000" u="none" cap="none" strike="noStrike">
                <a:solidFill>
                  <a:srgbClr val="6BA539"/>
                </a:solidFill>
                <a:latin typeface="Trebuchet MS"/>
                <a:ea typeface="Trebuchet MS"/>
                <a:cs typeface="Trebuchet MS"/>
                <a:sym typeface="Trebuchet MS"/>
              </a:defRPr>
            </a:lvl6pPr>
            <a:lvl7pPr indent="0" lvl="6" marL="0" algn="l">
              <a:spcBef>
                <a:spcPts val="0"/>
              </a:spcBef>
              <a:buNone/>
              <a:defRPr b="0" i="0" sz="1000" u="none" cap="none" strike="noStrike">
                <a:solidFill>
                  <a:srgbClr val="6BA539"/>
                </a:solidFill>
                <a:latin typeface="Trebuchet MS"/>
                <a:ea typeface="Trebuchet MS"/>
                <a:cs typeface="Trebuchet MS"/>
                <a:sym typeface="Trebuchet MS"/>
              </a:defRPr>
            </a:lvl7pPr>
            <a:lvl8pPr indent="0" lvl="7" marL="0" algn="l">
              <a:spcBef>
                <a:spcPts val="0"/>
              </a:spcBef>
              <a:buNone/>
              <a:defRPr b="0" i="0" sz="1000" u="none" cap="none" strike="noStrike">
                <a:solidFill>
                  <a:srgbClr val="6BA539"/>
                </a:solidFill>
                <a:latin typeface="Trebuchet MS"/>
                <a:ea typeface="Trebuchet MS"/>
                <a:cs typeface="Trebuchet MS"/>
                <a:sym typeface="Trebuchet MS"/>
              </a:defRPr>
            </a:lvl8pPr>
            <a:lvl9pPr indent="0" lvl="8" marL="0" algn="l">
              <a:spcBef>
                <a:spcPts val="0"/>
              </a:spcBef>
              <a:buNone/>
              <a:defRPr b="0" i="0" sz="1000" u="none" cap="none" strike="noStrike">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43" name="Google Shape;143;p27"/>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500" u="none" cap="none" strike="noStrike">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144" name="Google Shape;144;p27"/>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145" name="Google Shape;145;p27"/>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Dark">
  <p:cSld name="1_Title Slide Dark">
    <p:spTree>
      <p:nvGrpSpPr>
        <p:cNvPr id="146" name="Shape 146"/>
        <p:cNvGrpSpPr/>
        <p:nvPr/>
      </p:nvGrpSpPr>
      <p:grpSpPr>
        <a:xfrm>
          <a:off x="0" y="0"/>
          <a:ext cx="0" cy="0"/>
          <a:chOff x="0" y="0"/>
          <a:chExt cx="0" cy="0"/>
        </a:xfrm>
      </p:grpSpPr>
      <p:pic>
        <p:nvPicPr>
          <p:cNvPr descr="A group of men in hard hats pointing at a piece of metal&#10;&#10;Description automatically generated" id="147" name="Google Shape;147;p28"/>
          <p:cNvPicPr preferRelativeResize="0"/>
          <p:nvPr/>
        </p:nvPicPr>
        <p:blipFill rotWithShape="1">
          <a:blip r:embed="rId2">
            <a:alphaModFix/>
          </a:blip>
          <a:srcRect b="17865" l="9569" r="3041" t="8372"/>
          <a:stretch/>
        </p:blipFill>
        <p:spPr>
          <a:xfrm>
            <a:off x="-1" y="663"/>
            <a:ext cx="9143999" cy="5143499"/>
          </a:xfrm>
          <a:prstGeom prst="rect">
            <a:avLst/>
          </a:prstGeom>
          <a:noFill/>
          <a:ln>
            <a:noFill/>
          </a:ln>
        </p:spPr>
      </p:pic>
      <p:sp>
        <p:nvSpPr>
          <p:cNvPr id="148" name="Google Shape;148;p28"/>
          <p:cNvSpPr/>
          <p:nvPr/>
        </p:nvSpPr>
        <p:spPr>
          <a:xfrm>
            <a:off x="0" y="-10279"/>
            <a:ext cx="9144000" cy="5143500"/>
          </a:xfrm>
          <a:prstGeom prst="rect">
            <a:avLst/>
          </a:prstGeom>
          <a:gradFill>
            <a:gsLst>
              <a:gs pos="0">
                <a:schemeClr val="lt1"/>
              </a:gs>
              <a:gs pos="69000">
                <a:srgbClr val="FFFFFF">
                  <a:alpha val="0"/>
                </a:srgbClr>
              </a:gs>
              <a:gs pos="100000">
                <a:srgbClr val="FFFFFF">
                  <a:alpha val="0"/>
                </a:srgbClr>
              </a:gs>
            </a:gsLst>
            <a:lin ang="2700006" scaled="0"/>
          </a:gra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28"/>
          <p:cNvSpPr/>
          <p:nvPr/>
        </p:nvSpPr>
        <p:spPr>
          <a:xfrm>
            <a:off x="0" y="-15967"/>
            <a:ext cx="9144000" cy="5143500"/>
          </a:xfrm>
          <a:prstGeom prst="rect">
            <a:avLst/>
          </a:prstGeom>
          <a:gradFill>
            <a:gsLst>
              <a:gs pos="0">
                <a:schemeClr val="lt1"/>
              </a:gs>
              <a:gs pos="35000">
                <a:srgbClr val="FFFFFF">
                  <a:alpha val="0"/>
                </a:srgbClr>
              </a:gs>
              <a:gs pos="100000">
                <a:srgbClr val="FFFFFF">
                  <a:alpha val="0"/>
                </a:srgbClr>
              </a:gs>
            </a:gsLst>
            <a:lin ang="8100019" scaled="0"/>
          </a:gra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28"/>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000" u="none" cap="none" strike="noStrike">
                <a:solidFill>
                  <a:srgbClr val="6BA539"/>
                </a:solidFill>
                <a:latin typeface="Trebuchet MS"/>
                <a:ea typeface="Trebuchet MS"/>
                <a:cs typeface="Trebuchet MS"/>
                <a:sym typeface="Trebuchet MS"/>
              </a:defRPr>
            </a:lvl1pPr>
            <a:lvl2pPr indent="0" lvl="1" marL="0" algn="l">
              <a:spcBef>
                <a:spcPts val="0"/>
              </a:spcBef>
              <a:buNone/>
              <a:defRPr b="0" i="0" sz="1000" u="none" cap="none" strike="noStrike">
                <a:solidFill>
                  <a:srgbClr val="6BA539"/>
                </a:solidFill>
                <a:latin typeface="Trebuchet MS"/>
                <a:ea typeface="Trebuchet MS"/>
                <a:cs typeface="Trebuchet MS"/>
                <a:sym typeface="Trebuchet MS"/>
              </a:defRPr>
            </a:lvl2pPr>
            <a:lvl3pPr indent="0" lvl="2" marL="0" algn="l">
              <a:spcBef>
                <a:spcPts val="0"/>
              </a:spcBef>
              <a:buNone/>
              <a:defRPr b="0" i="0" sz="1000" u="none" cap="none" strike="noStrike">
                <a:solidFill>
                  <a:srgbClr val="6BA539"/>
                </a:solidFill>
                <a:latin typeface="Trebuchet MS"/>
                <a:ea typeface="Trebuchet MS"/>
                <a:cs typeface="Trebuchet MS"/>
                <a:sym typeface="Trebuchet MS"/>
              </a:defRPr>
            </a:lvl3pPr>
            <a:lvl4pPr indent="0" lvl="3" marL="0" algn="l">
              <a:spcBef>
                <a:spcPts val="0"/>
              </a:spcBef>
              <a:buNone/>
              <a:defRPr b="0" i="0" sz="1000" u="none" cap="none" strike="noStrike">
                <a:solidFill>
                  <a:srgbClr val="6BA539"/>
                </a:solidFill>
                <a:latin typeface="Trebuchet MS"/>
                <a:ea typeface="Trebuchet MS"/>
                <a:cs typeface="Trebuchet MS"/>
                <a:sym typeface="Trebuchet MS"/>
              </a:defRPr>
            </a:lvl4pPr>
            <a:lvl5pPr indent="0" lvl="4" marL="0" algn="l">
              <a:spcBef>
                <a:spcPts val="0"/>
              </a:spcBef>
              <a:buNone/>
              <a:defRPr b="0" i="0" sz="1000" u="none" cap="none" strike="noStrike">
                <a:solidFill>
                  <a:srgbClr val="6BA539"/>
                </a:solidFill>
                <a:latin typeface="Trebuchet MS"/>
                <a:ea typeface="Trebuchet MS"/>
                <a:cs typeface="Trebuchet MS"/>
                <a:sym typeface="Trebuchet MS"/>
              </a:defRPr>
            </a:lvl5pPr>
            <a:lvl6pPr indent="0" lvl="5" marL="0" algn="l">
              <a:spcBef>
                <a:spcPts val="0"/>
              </a:spcBef>
              <a:buNone/>
              <a:defRPr b="0" i="0" sz="1000" u="none" cap="none" strike="noStrike">
                <a:solidFill>
                  <a:srgbClr val="6BA539"/>
                </a:solidFill>
                <a:latin typeface="Trebuchet MS"/>
                <a:ea typeface="Trebuchet MS"/>
                <a:cs typeface="Trebuchet MS"/>
                <a:sym typeface="Trebuchet MS"/>
              </a:defRPr>
            </a:lvl6pPr>
            <a:lvl7pPr indent="0" lvl="6" marL="0" algn="l">
              <a:spcBef>
                <a:spcPts val="0"/>
              </a:spcBef>
              <a:buNone/>
              <a:defRPr b="0" i="0" sz="1000" u="none" cap="none" strike="noStrike">
                <a:solidFill>
                  <a:srgbClr val="6BA539"/>
                </a:solidFill>
                <a:latin typeface="Trebuchet MS"/>
                <a:ea typeface="Trebuchet MS"/>
                <a:cs typeface="Trebuchet MS"/>
                <a:sym typeface="Trebuchet MS"/>
              </a:defRPr>
            </a:lvl7pPr>
            <a:lvl8pPr indent="0" lvl="7" marL="0" algn="l">
              <a:spcBef>
                <a:spcPts val="0"/>
              </a:spcBef>
              <a:buNone/>
              <a:defRPr b="0" i="0" sz="1000" u="none" cap="none" strike="noStrike">
                <a:solidFill>
                  <a:srgbClr val="6BA539"/>
                </a:solidFill>
                <a:latin typeface="Trebuchet MS"/>
                <a:ea typeface="Trebuchet MS"/>
                <a:cs typeface="Trebuchet MS"/>
                <a:sym typeface="Trebuchet MS"/>
              </a:defRPr>
            </a:lvl8pPr>
            <a:lvl9pPr indent="0" lvl="8" marL="0" algn="l">
              <a:spcBef>
                <a:spcPts val="0"/>
              </a:spcBef>
              <a:buNone/>
              <a:defRPr b="0" i="0" sz="1000" u="none" cap="none" strike="noStrike">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151" name="Google Shape;151;p28"/>
          <p:cNvSpPr/>
          <p:nvPr/>
        </p:nvSpPr>
        <p:spPr>
          <a:xfrm>
            <a:off x="0" y="4593682"/>
            <a:ext cx="9144000" cy="556200"/>
          </a:xfrm>
          <a:prstGeom prst="rect">
            <a:avLst/>
          </a:prstGeom>
          <a:solidFill>
            <a:srgbClr val="D9E1E2">
              <a:alpha val="93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9E1E2"/>
              </a:solidFill>
              <a:latin typeface="Calibri"/>
              <a:ea typeface="Calibri"/>
              <a:cs typeface="Calibri"/>
              <a:sym typeface="Calibri"/>
            </a:endParaRPr>
          </a:p>
        </p:txBody>
      </p:sp>
      <p:sp>
        <p:nvSpPr>
          <p:cNvPr id="152" name="Google Shape;152;p28"/>
          <p:cNvSpPr txBox="1"/>
          <p:nvPr/>
        </p:nvSpPr>
        <p:spPr>
          <a:xfrm>
            <a:off x="128439" y="4708522"/>
            <a:ext cx="7298400" cy="38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2000"/>
              <a:buFont typeface="Titillium Web"/>
              <a:buNone/>
            </a:pPr>
            <a:r>
              <a:rPr b="0" i="0" lang="en" sz="2000" u="none" cap="none" strike="noStrike">
                <a:solidFill>
                  <a:schemeClr val="lt2"/>
                </a:solidFill>
                <a:latin typeface="Titillium Web"/>
                <a:ea typeface="Titillium Web"/>
                <a:cs typeface="Titillium Web"/>
                <a:sym typeface="Titillium Web"/>
              </a:rPr>
              <a:t>WE KNOW.  </a:t>
            </a:r>
            <a:r>
              <a:rPr b="0" i="0" lang="en" sz="2000" u="none" cap="none" strike="noStrike">
                <a:solidFill>
                  <a:srgbClr val="3FB1E5"/>
                </a:solidFill>
                <a:latin typeface="Titillium Web"/>
                <a:ea typeface="Titillium Web"/>
                <a:cs typeface="Titillium Web"/>
                <a:sym typeface="Titillium Web"/>
              </a:rPr>
              <a:t>WE CARE.  </a:t>
            </a:r>
            <a:r>
              <a:rPr b="0" i="0" lang="en" sz="2000" u="none" cap="none" strike="noStrike">
                <a:solidFill>
                  <a:srgbClr val="021D28"/>
                </a:solidFill>
                <a:latin typeface="Titillium Web"/>
                <a:ea typeface="Titillium Web"/>
                <a:cs typeface="Titillium Web"/>
                <a:sym typeface="Titillium Web"/>
              </a:rPr>
              <a:t>WE WILL FIND A WAY.</a:t>
            </a:r>
            <a:endParaRPr/>
          </a:p>
        </p:txBody>
      </p:sp>
      <p:pic>
        <p:nvPicPr>
          <p:cNvPr id="153" name="Google Shape;153;p28"/>
          <p:cNvPicPr preferRelativeResize="0"/>
          <p:nvPr/>
        </p:nvPicPr>
        <p:blipFill rotWithShape="1">
          <a:blip r:embed="rId3">
            <a:alphaModFix/>
          </a:blip>
          <a:srcRect b="0" l="0" r="0" t="0"/>
          <a:stretch/>
        </p:blipFill>
        <p:spPr>
          <a:xfrm>
            <a:off x="290790" y="423169"/>
            <a:ext cx="1983073" cy="889912"/>
          </a:xfrm>
          <a:prstGeom prst="rect">
            <a:avLst/>
          </a:prstGeom>
          <a:noFill/>
          <a:ln>
            <a:noFill/>
          </a:ln>
        </p:spPr>
      </p:pic>
      <p:sp>
        <p:nvSpPr>
          <p:cNvPr id="154" name="Google Shape;154;p28"/>
          <p:cNvSpPr txBox="1"/>
          <p:nvPr>
            <p:ph type="title"/>
          </p:nvPr>
        </p:nvSpPr>
        <p:spPr>
          <a:xfrm>
            <a:off x="2564652" y="182594"/>
            <a:ext cx="6288600" cy="8574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Clr>
                <a:srgbClr val="3FB1E5"/>
              </a:buClr>
              <a:buSzPts val="4800"/>
              <a:buFont typeface="Titillium Web"/>
              <a:buNone/>
              <a:defRPr b="1" i="0" sz="4800">
                <a:solidFill>
                  <a:srgbClr val="3FB1E5"/>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8"/>
          <p:cNvSpPr txBox="1"/>
          <p:nvPr>
            <p:ph idx="1" type="body"/>
          </p:nvPr>
        </p:nvSpPr>
        <p:spPr>
          <a:xfrm>
            <a:off x="5019253" y="887195"/>
            <a:ext cx="3813300" cy="594900"/>
          </a:xfrm>
          <a:prstGeom prst="rect">
            <a:avLst/>
          </a:prstGeom>
          <a:noFill/>
          <a:ln>
            <a:noFill/>
          </a:ln>
        </p:spPr>
        <p:txBody>
          <a:bodyPr anchorCtr="0" anchor="t" bIns="45700" lIns="91425" spcFirstLastPara="1" rIns="91425" wrap="square" tIns="45700">
            <a:normAutofit/>
          </a:bodyPr>
          <a:lstStyle>
            <a:lvl1pPr indent="-228600" lvl="0" marL="457200" algn="r">
              <a:spcBef>
                <a:spcPts val="280"/>
              </a:spcBef>
              <a:spcAft>
                <a:spcPts val="0"/>
              </a:spcAft>
              <a:buClr>
                <a:srgbClr val="FFFFFF"/>
              </a:buClr>
              <a:buSzPts val="1400"/>
              <a:buNone/>
              <a:defRPr b="0" i="0" sz="1400">
                <a:solidFill>
                  <a:srgbClr val="FFFFFF"/>
                </a:solidFill>
                <a:latin typeface="Noticia Text"/>
                <a:ea typeface="Noticia Text"/>
                <a:cs typeface="Noticia Text"/>
                <a:sym typeface="Noticia Text"/>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2" name="Shape 162"/>
        <p:cNvGrpSpPr/>
        <p:nvPr/>
      </p:nvGrpSpPr>
      <p:grpSpPr>
        <a:xfrm>
          <a:off x="0" y="0"/>
          <a:ext cx="0" cy="0"/>
          <a:chOff x="0" y="0"/>
          <a:chExt cx="0" cy="0"/>
        </a:xfrm>
      </p:grpSpPr>
      <p:sp>
        <p:nvSpPr>
          <p:cNvPr id="163" name="Google Shape;163;p3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3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5" name="Google Shape;165;p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1"/>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1"/>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1" name="Google Shape;171;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4" name="Shape 174"/>
        <p:cNvGrpSpPr/>
        <p:nvPr/>
      </p:nvGrpSpPr>
      <p:grpSpPr>
        <a:xfrm>
          <a:off x="0" y="0"/>
          <a:ext cx="0" cy="0"/>
          <a:chOff x="0" y="0"/>
          <a:chExt cx="0" cy="0"/>
        </a:xfrm>
      </p:grpSpPr>
      <p:sp>
        <p:nvSpPr>
          <p:cNvPr id="175" name="Google Shape;175;p32"/>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32"/>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77" name="Google Shape;177;p3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0" name="Shape 180"/>
        <p:cNvGrpSpPr/>
        <p:nvPr/>
      </p:nvGrpSpPr>
      <p:grpSpPr>
        <a:xfrm>
          <a:off x="0" y="0"/>
          <a:ext cx="0" cy="0"/>
          <a:chOff x="0" y="0"/>
          <a:chExt cx="0" cy="0"/>
        </a:xfrm>
      </p:grpSpPr>
      <p:sp>
        <p:nvSpPr>
          <p:cNvPr id="181" name="Google Shape;181;p3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3"/>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83" name="Google Shape;183;p33"/>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84" name="Google Shape;184;p3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3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7" name="Shape 187"/>
        <p:cNvGrpSpPr/>
        <p:nvPr/>
      </p:nvGrpSpPr>
      <p:grpSpPr>
        <a:xfrm>
          <a:off x="0" y="0"/>
          <a:ext cx="0" cy="0"/>
          <a:chOff x="0" y="0"/>
          <a:chExt cx="0" cy="0"/>
        </a:xfrm>
      </p:grpSpPr>
      <p:sp>
        <p:nvSpPr>
          <p:cNvPr id="188" name="Google Shape;188;p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34"/>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90" name="Google Shape;190;p34"/>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91" name="Google Shape;191;p34"/>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92" name="Google Shape;192;p34"/>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93" name="Google Shape;193;p3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6" name="Shape 196"/>
        <p:cNvGrpSpPr/>
        <p:nvPr/>
      </p:nvGrpSpPr>
      <p:grpSpPr>
        <a:xfrm>
          <a:off x="0" y="0"/>
          <a:ext cx="0" cy="0"/>
          <a:chOff x="0" y="0"/>
          <a:chExt cx="0" cy="0"/>
        </a:xfrm>
      </p:grpSpPr>
      <p:sp>
        <p:nvSpPr>
          <p:cNvPr id="197" name="Google Shape;197;p3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3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1" name="Shape 201"/>
        <p:cNvGrpSpPr/>
        <p:nvPr/>
      </p:nvGrpSpPr>
      <p:grpSpPr>
        <a:xfrm>
          <a:off x="0" y="0"/>
          <a:ext cx="0" cy="0"/>
          <a:chOff x="0" y="0"/>
          <a:chExt cx="0" cy="0"/>
        </a:xfrm>
      </p:grpSpPr>
      <p:sp>
        <p:nvSpPr>
          <p:cNvPr id="202" name="Google Shape;202;p3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3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3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5" name="Shape 205"/>
        <p:cNvGrpSpPr/>
        <p:nvPr/>
      </p:nvGrpSpPr>
      <p:grpSpPr>
        <a:xfrm>
          <a:off x="0" y="0"/>
          <a:ext cx="0" cy="0"/>
          <a:chOff x="0" y="0"/>
          <a:chExt cx="0" cy="0"/>
        </a:xfrm>
      </p:grpSpPr>
      <p:sp>
        <p:nvSpPr>
          <p:cNvPr id="206" name="Google Shape;206;p37"/>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37"/>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8" name="Google Shape;208;p37"/>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9" name="Google Shape;209;p3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3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3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2" name="Shape 212"/>
        <p:cNvGrpSpPr/>
        <p:nvPr/>
      </p:nvGrpSpPr>
      <p:grpSpPr>
        <a:xfrm>
          <a:off x="0" y="0"/>
          <a:ext cx="0" cy="0"/>
          <a:chOff x="0" y="0"/>
          <a:chExt cx="0" cy="0"/>
        </a:xfrm>
      </p:grpSpPr>
      <p:sp>
        <p:nvSpPr>
          <p:cNvPr id="213" name="Google Shape;213;p38"/>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38"/>
          <p:cNvSpPr/>
          <p:nvPr>
            <p:ph idx="2" type="pic"/>
          </p:nvPr>
        </p:nvSpPr>
        <p:spPr>
          <a:xfrm>
            <a:off x="1792288" y="459581"/>
            <a:ext cx="5486400" cy="3086100"/>
          </a:xfrm>
          <a:prstGeom prst="rect">
            <a:avLst/>
          </a:prstGeom>
          <a:noFill/>
          <a:ln>
            <a:noFill/>
          </a:ln>
        </p:spPr>
      </p:sp>
      <p:sp>
        <p:nvSpPr>
          <p:cNvPr id="215" name="Google Shape;215;p38"/>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16" name="Google Shape;216;p3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3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3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9" name="Shape 219"/>
        <p:cNvGrpSpPr/>
        <p:nvPr/>
      </p:nvGrpSpPr>
      <p:grpSpPr>
        <a:xfrm>
          <a:off x="0" y="0"/>
          <a:ext cx="0" cy="0"/>
          <a:chOff x="0" y="0"/>
          <a:chExt cx="0" cy="0"/>
        </a:xfrm>
      </p:grpSpPr>
      <p:sp>
        <p:nvSpPr>
          <p:cNvPr id="220" name="Google Shape;220;p3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9"/>
          <p:cNvSpPr txBox="1"/>
          <p:nvPr>
            <p:ph idx="1" type="body"/>
          </p:nvPr>
        </p:nvSpPr>
        <p:spPr>
          <a:xfrm rot="5400000">
            <a:off x="2874750" y="-1217400"/>
            <a:ext cx="33945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2" name="Google Shape;222;p3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3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5" name="Shape 225"/>
        <p:cNvGrpSpPr/>
        <p:nvPr/>
      </p:nvGrpSpPr>
      <p:grpSpPr>
        <a:xfrm>
          <a:off x="0" y="0"/>
          <a:ext cx="0" cy="0"/>
          <a:chOff x="0" y="0"/>
          <a:chExt cx="0" cy="0"/>
        </a:xfrm>
      </p:grpSpPr>
      <p:sp>
        <p:nvSpPr>
          <p:cNvPr id="226" name="Google Shape;226;p40"/>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40"/>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8" name="Google Shape;228;p4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4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4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Dark">
  <p:cSld name="1_Title Slide Dark">
    <p:spTree>
      <p:nvGrpSpPr>
        <p:cNvPr id="237" name="Shape 237"/>
        <p:cNvGrpSpPr/>
        <p:nvPr/>
      </p:nvGrpSpPr>
      <p:grpSpPr>
        <a:xfrm>
          <a:off x="0" y="0"/>
          <a:ext cx="0" cy="0"/>
          <a:chOff x="0" y="0"/>
          <a:chExt cx="0" cy="0"/>
        </a:xfrm>
      </p:grpSpPr>
      <p:pic>
        <p:nvPicPr>
          <p:cNvPr descr="A group of men in hard hats pointing at a piece of metal&#10;&#10;Description automatically generated" id="238" name="Google Shape;238;p42"/>
          <p:cNvPicPr preferRelativeResize="0"/>
          <p:nvPr/>
        </p:nvPicPr>
        <p:blipFill rotWithShape="1">
          <a:blip r:embed="rId2">
            <a:alphaModFix/>
          </a:blip>
          <a:srcRect b="17865" l="9569" r="3041" t="8372"/>
          <a:stretch/>
        </p:blipFill>
        <p:spPr>
          <a:xfrm>
            <a:off x="-1" y="663"/>
            <a:ext cx="9143999" cy="5143499"/>
          </a:xfrm>
          <a:prstGeom prst="rect">
            <a:avLst/>
          </a:prstGeom>
          <a:noFill/>
          <a:ln>
            <a:noFill/>
          </a:ln>
        </p:spPr>
      </p:pic>
      <p:sp>
        <p:nvSpPr>
          <p:cNvPr id="239" name="Google Shape;239;p42"/>
          <p:cNvSpPr/>
          <p:nvPr/>
        </p:nvSpPr>
        <p:spPr>
          <a:xfrm>
            <a:off x="0" y="-10279"/>
            <a:ext cx="9144000" cy="5143500"/>
          </a:xfrm>
          <a:prstGeom prst="rect">
            <a:avLst/>
          </a:prstGeom>
          <a:gradFill>
            <a:gsLst>
              <a:gs pos="0">
                <a:schemeClr val="lt1"/>
              </a:gs>
              <a:gs pos="69000">
                <a:srgbClr val="FFFFFF">
                  <a:alpha val="0"/>
                </a:srgbClr>
              </a:gs>
              <a:gs pos="100000">
                <a:srgbClr val="FFFFFF">
                  <a:alpha val="0"/>
                </a:srgbClr>
              </a:gs>
            </a:gsLst>
            <a:lin ang="2700006" scaled="0"/>
          </a:gra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0" name="Google Shape;240;p42"/>
          <p:cNvSpPr/>
          <p:nvPr/>
        </p:nvSpPr>
        <p:spPr>
          <a:xfrm>
            <a:off x="0" y="-15967"/>
            <a:ext cx="9144000" cy="5143500"/>
          </a:xfrm>
          <a:prstGeom prst="rect">
            <a:avLst/>
          </a:prstGeom>
          <a:gradFill>
            <a:gsLst>
              <a:gs pos="0">
                <a:schemeClr val="lt1"/>
              </a:gs>
              <a:gs pos="35000">
                <a:srgbClr val="FFFFFF">
                  <a:alpha val="0"/>
                </a:srgbClr>
              </a:gs>
              <a:gs pos="100000">
                <a:srgbClr val="FFFFFF">
                  <a:alpha val="0"/>
                </a:srgbClr>
              </a:gs>
            </a:gsLst>
            <a:lin ang="8100019" scaled="0"/>
          </a:gra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p42"/>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000" u="none" cap="none" strike="noStrike">
                <a:solidFill>
                  <a:srgbClr val="6BA539"/>
                </a:solidFill>
                <a:latin typeface="Trebuchet MS"/>
                <a:ea typeface="Trebuchet MS"/>
                <a:cs typeface="Trebuchet MS"/>
                <a:sym typeface="Trebuchet MS"/>
              </a:defRPr>
            </a:lvl1pPr>
            <a:lvl2pPr indent="0" lvl="1" marL="0" algn="l">
              <a:spcBef>
                <a:spcPts val="0"/>
              </a:spcBef>
              <a:buNone/>
              <a:defRPr b="0" i="0" sz="1000" u="none" cap="none" strike="noStrike">
                <a:solidFill>
                  <a:srgbClr val="6BA539"/>
                </a:solidFill>
                <a:latin typeface="Trebuchet MS"/>
                <a:ea typeface="Trebuchet MS"/>
                <a:cs typeface="Trebuchet MS"/>
                <a:sym typeface="Trebuchet MS"/>
              </a:defRPr>
            </a:lvl2pPr>
            <a:lvl3pPr indent="0" lvl="2" marL="0" algn="l">
              <a:spcBef>
                <a:spcPts val="0"/>
              </a:spcBef>
              <a:buNone/>
              <a:defRPr b="0" i="0" sz="1000" u="none" cap="none" strike="noStrike">
                <a:solidFill>
                  <a:srgbClr val="6BA539"/>
                </a:solidFill>
                <a:latin typeface="Trebuchet MS"/>
                <a:ea typeface="Trebuchet MS"/>
                <a:cs typeface="Trebuchet MS"/>
                <a:sym typeface="Trebuchet MS"/>
              </a:defRPr>
            </a:lvl3pPr>
            <a:lvl4pPr indent="0" lvl="3" marL="0" algn="l">
              <a:spcBef>
                <a:spcPts val="0"/>
              </a:spcBef>
              <a:buNone/>
              <a:defRPr b="0" i="0" sz="1000" u="none" cap="none" strike="noStrike">
                <a:solidFill>
                  <a:srgbClr val="6BA539"/>
                </a:solidFill>
                <a:latin typeface="Trebuchet MS"/>
                <a:ea typeface="Trebuchet MS"/>
                <a:cs typeface="Trebuchet MS"/>
                <a:sym typeface="Trebuchet MS"/>
              </a:defRPr>
            </a:lvl4pPr>
            <a:lvl5pPr indent="0" lvl="4" marL="0" algn="l">
              <a:spcBef>
                <a:spcPts val="0"/>
              </a:spcBef>
              <a:buNone/>
              <a:defRPr b="0" i="0" sz="1000" u="none" cap="none" strike="noStrike">
                <a:solidFill>
                  <a:srgbClr val="6BA539"/>
                </a:solidFill>
                <a:latin typeface="Trebuchet MS"/>
                <a:ea typeface="Trebuchet MS"/>
                <a:cs typeface="Trebuchet MS"/>
                <a:sym typeface="Trebuchet MS"/>
              </a:defRPr>
            </a:lvl5pPr>
            <a:lvl6pPr indent="0" lvl="5" marL="0" algn="l">
              <a:spcBef>
                <a:spcPts val="0"/>
              </a:spcBef>
              <a:buNone/>
              <a:defRPr b="0" i="0" sz="1000" u="none" cap="none" strike="noStrike">
                <a:solidFill>
                  <a:srgbClr val="6BA539"/>
                </a:solidFill>
                <a:latin typeface="Trebuchet MS"/>
                <a:ea typeface="Trebuchet MS"/>
                <a:cs typeface="Trebuchet MS"/>
                <a:sym typeface="Trebuchet MS"/>
              </a:defRPr>
            </a:lvl6pPr>
            <a:lvl7pPr indent="0" lvl="6" marL="0" algn="l">
              <a:spcBef>
                <a:spcPts val="0"/>
              </a:spcBef>
              <a:buNone/>
              <a:defRPr b="0" i="0" sz="1000" u="none" cap="none" strike="noStrike">
                <a:solidFill>
                  <a:srgbClr val="6BA539"/>
                </a:solidFill>
                <a:latin typeface="Trebuchet MS"/>
                <a:ea typeface="Trebuchet MS"/>
                <a:cs typeface="Trebuchet MS"/>
                <a:sym typeface="Trebuchet MS"/>
              </a:defRPr>
            </a:lvl7pPr>
            <a:lvl8pPr indent="0" lvl="7" marL="0" algn="l">
              <a:spcBef>
                <a:spcPts val="0"/>
              </a:spcBef>
              <a:buNone/>
              <a:defRPr b="0" i="0" sz="1000" u="none" cap="none" strike="noStrike">
                <a:solidFill>
                  <a:srgbClr val="6BA539"/>
                </a:solidFill>
                <a:latin typeface="Trebuchet MS"/>
                <a:ea typeface="Trebuchet MS"/>
                <a:cs typeface="Trebuchet MS"/>
                <a:sym typeface="Trebuchet MS"/>
              </a:defRPr>
            </a:lvl8pPr>
            <a:lvl9pPr indent="0" lvl="8" marL="0" algn="l">
              <a:spcBef>
                <a:spcPts val="0"/>
              </a:spcBef>
              <a:buNone/>
              <a:defRPr b="0" i="0" sz="1000" u="none" cap="none" strike="noStrike">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42" name="Google Shape;242;p42"/>
          <p:cNvSpPr/>
          <p:nvPr/>
        </p:nvSpPr>
        <p:spPr>
          <a:xfrm>
            <a:off x="0" y="4593682"/>
            <a:ext cx="9144000" cy="556200"/>
          </a:xfrm>
          <a:prstGeom prst="rect">
            <a:avLst/>
          </a:prstGeom>
          <a:solidFill>
            <a:srgbClr val="D9E1E2">
              <a:alpha val="93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9E1E2"/>
              </a:solidFill>
              <a:latin typeface="Calibri"/>
              <a:ea typeface="Calibri"/>
              <a:cs typeface="Calibri"/>
              <a:sym typeface="Calibri"/>
            </a:endParaRPr>
          </a:p>
        </p:txBody>
      </p:sp>
      <p:sp>
        <p:nvSpPr>
          <p:cNvPr id="243" name="Google Shape;243;p42"/>
          <p:cNvSpPr txBox="1"/>
          <p:nvPr/>
        </p:nvSpPr>
        <p:spPr>
          <a:xfrm>
            <a:off x="128439" y="4708522"/>
            <a:ext cx="7298400" cy="38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2000"/>
              <a:buFont typeface="Titillium Web"/>
              <a:buNone/>
            </a:pPr>
            <a:r>
              <a:rPr b="0" i="0" lang="en" sz="2000" u="none" cap="none" strike="noStrike">
                <a:solidFill>
                  <a:schemeClr val="lt2"/>
                </a:solidFill>
                <a:latin typeface="Titillium Web"/>
                <a:ea typeface="Titillium Web"/>
                <a:cs typeface="Titillium Web"/>
                <a:sym typeface="Titillium Web"/>
              </a:rPr>
              <a:t>WE KNOW.  </a:t>
            </a:r>
            <a:r>
              <a:rPr b="0" i="0" lang="en" sz="2000" u="none" cap="none" strike="noStrike">
                <a:solidFill>
                  <a:srgbClr val="3FB1E5"/>
                </a:solidFill>
                <a:latin typeface="Titillium Web"/>
                <a:ea typeface="Titillium Web"/>
                <a:cs typeface="Titillium Web"/>
                <a:sym typeface="Titillium Web"/>
              </a:rPr>
              <a:t>WE CARE.  </a:t>
            </a:r>
            <a:r>
              <a:rPr b="0" i="0" lang="en" sz="2000" u="none" cap="none" strike="noStrike">
                <a:solidFill>
                  <a:srgbClr val="021D28"/>
                </a:solidFill>
                <a:latin typeface="Titillium Web"/>
                <a:ea typeface="Titillium Web"/>
                <a:cs typeface="Titillium Web"/>
                <a:sym typeface="Titillium Web"/>
              </a:rPr>
              <a:t>WE WILL FIND A WAY.</a:t>
            </a:r>
            <a:endParaRPr/>
          </a:p>
        </p:txBody>
      </p:sp>
      <p:pic>
        <p:nvPicPr>
          <p:cNvPr id="244" name="Google Shape;244;p42"/>
          <p:cNvPicPr preferRelativeResize="0"/>
          <p:nvPr/>
        </p:nvPicPr>
        <p:blipFill rotWithShape="1">
          <a:blip r:embed="rId3">
            <a:alphaModFix/>
          </a:blip>
          <a:srcRect b="0" l="0" r="0" t="0"/>
          <a:stretch/>
        </p:blipFill>
        <p:spPr>
          <a:xfrm>
            <a:off x="290790" y="423169"/>
            <a:ext cx="1983073" cy="889912"/>
          </a:xfrm>
          <a:prstGeom prst="rect">
            <a:avLst/>
          </a:prstGeom>
          <a:noFill/>
          <a:ln>
            <a:noFill/>
          </a:ln>
        </p:spPr>
      </p:pic>
      <p:sp>
        <p:nvSpPr>
          <p:cNvPr id="245" name="Google Shape;245;p42"/>
          <p:cNvSpPr txBox="1"/>
          <p:nvPr>
            <p:ph type="title"/>
          </p:nvPr>
        </p:nvSpPr>
        <p:spPr>
          <a:xfrm>
            <a:off x="2564652" y="182594"/>
            <a:ext cx="6288600" cy="8574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Clr>
                <a:srgbClr val="3FB1E5"/>
              </a:buClr>
              <a:buSzPts val="4800"/>
              <a:buFont typeface="Titillium Web"/>
              <a:buNone/>
              <a:defRPr b="1" i="0" sz="4800">
                <a:solidFill>
                  <a:srgbClr val="3FB1E5"/>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42"/>
          <p:cNvSpPr txBox="1"/>
          <p:nvPr>
            <p:ph idx="1" type="body"/>
          </p:nvPr>
        </p:nvSpPr>
        <p:spPr>
          <a:xfrm>
            <a:off x="5019253" y="887195"/>
            <a:ext cx="3813300" cy="594900"/>
          </a:xfrm>
          <a:prstGeom prst="rect">
            <a:avLst/>
          </a:prstGeom>
          <a:noFill/>
          <a:ln>
            <a:noFill/>
          </a:ln>
        </p:spPr>
        <p:txBody>
          <a:bodyPr anchorCtr="0" anchor="t" bIns="45700" lIns="91425" spcFirstLastPara="1" rIns="91425" wrap="square" tIns="45700">
            <a:normAutofit/>
          </a:bodyPr>
          <a:lstStyle>
            <a:lvl1pPr indent="-228600" lvl="0" marL="457200" algn="r">
              <a:spcBef>
                <a:spcPts val="280"/>
              </a:spcBef>
              <a:spcAft>
                <a:spcPts val="0"/>
              </a:spcAft>
              <a:buClr>
                <a:srgbClr val="FFFFFF"/>
              </a:buClr>
              <a:buSzPts val="1400"/>
              <a:buNone/>
              <a:defRPr b="0" i="0" sz="1400">
                <a:solidFill>
                  <a:srgbClr val="FFFFFF"/>
                </a:solidFill>
                <a:latin typeface="Noticia Text"/>
                <a:ea typeface="Noticia Text"/>
                <a:cs typeface="Noticia Text"/>
                <a:sym typeface="Noticia Text"/>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Light 1">
  <p:cSld name="Accent Slide Light 1">
    <p:spTree>
      <p:nvGrpSpPr>
        <p:cNvPr id="247" name="Shape 247"/>
        <p:cNvGrpSpPr/>
        <p:nvPr/>
      </p:nvGrpSpPr>
      <p:grpSpPr>
        <a:xfrm>
          <a:off x="0" y="0"/>
          <a:ext cx="0" cy="0"/>
          <a:chOff x="0" y="0"/>
          <a:chExt cx="0" cy="0"/>
        </a:xfrm>
      </p:grpSpPr>
      <p:pic>
        <p:nvPicPr>
          <p:cNvPr descr="pic1.jpg" id="248" name="Google Shape;248;p43"/>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249" name="Google Shape;249;p43"/>
          <p:cNvSpPr/>
          <p:nvPr/>
        </p:nvSpPr>
        <p:spPr>
          <a:xfrm>
            <a:off x="-1" y="1"/>
            <a:ext cx="9144000" cy="5143500"/>
          </a:xfrm>
          <a:prstGeom prst="rect">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2A3A"/>
              </a:solidFill>
              <a:latin typeface="Calibri"/>
              <a:ea typeface="Calibri"/>
              <a:cs typeface="Calibri"/>
              <a:sym typeface="Calibri"/>
            </a:endParaRPr>
          </a:p>
        </p:txBody>
      </p:sp>
      <p:grpSp>
        <p:nvGrpSpPr>
          <p:cNvPr id="250" name="Google Shape;250;p43"/>
          <p:cNvGrpSpPr/>
          <p:nvPr/>
        </p:nvGrpSpPr>
        <p:grpSpPr>
          <a:xfrm>
            <a:off x="907667" y="4528969"/>
            <a:ext cx="7459659" cy="349828"/>
            <a:chOff x="784456" y="4564648"/>
            <a:chExt cx="7459659" cy="349828"/>
          </a:xfrm>
        </p:grpSpPr>
        <p:sp>
          <p:nvSpPr>
            <p:cNvPr id="251" name="Google Shape;251;p43"/>
            <p:cNvSpPr txBox="1"/>
            <p:nvPr/>
          </p:nvSpPr>
          <p:spPr>
            <a:xfrm>
              <a:off x="784456" y="4660561"/>
              <a:ext cx="6047700" cy="169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 sz="500" u="none" cap="none" strike="noStrike">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252" name="Google Shape;252;p43"/>
            <p:cNvPicPr preferRelativeResize="0"/>
            <p:nvPr/>
          </p:nvPicPr>
          <p:blipFill rotWithShape="1">
            <a:blip r:embed="rId3">
              <a:alphaModFix/>
            </a:blip>
            <a:srcRect b="0" l="0" r="0" t="0"/>
            <a:stretch/>
          </p:blipFill>
          <p:spPr>
            <a:xfrm>
              <a:off x="6832035" y="4564648"/>
              <a:ext cx="1412080" cy="349828"/>
            </a:xfrm>
            <a:prstGeom prst="rect">
              <a:avLst/>
            </a:prstGeom>
            <a:noFill/>
            <a:ln>
              <a:noFill/>
            </a:ln>
          </p:spPr>
        </p:pic>
      </p:grpSp>
      <p:sp>
        <p:nvSpPr>
          <p:cNvPr id="253" name="Google Shape;253;p43"/>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6BA539"/>
              </a:buClr>
              <a:buSzPts val="5400"/>
              <a:buFont typeface="Trebuchet MS"/>
              <a:buNone/>
              <a:defRPr sz="54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43"/>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000" u="none" cap="none" strike="noStrike">
                <a:solidFill>
                  <a:srgbClr val="002A3A"/>
                </a:solidFill>
                <a:latin typeface="Trebuchet MS"/>
                <a:ea typeface="Trebuchet MS"/>
                <a:cs typeface="Trebuchet MS"/>
                <a:sym typeface="Trebuchet MS"/>
              </a:defRPr>
            </a:lvl1pPr>
            <a:lvl2pPr indent="0" lvl="1" marL="0" algn="l">
              <a:spcBef>
                <a:spcPts val="0"/>
              </a:spcBef>
              <a:buNone/>
              <a:defRPr b="0" i="0" sz="1000" u="none" cap="none" strike="noStrike">
                <a:solidFill>
                  <a:srgbClr val="002A3A"/>
                </a:solidFill>
                <a:latin typeface="Trebuchet MS"/>
                <a:ea typeface="Trebuchet MS"/>
                <a:cs typeface="Trebuchet MS"/>
                <a:sym typeface="Trebuchet MS"/>
              </a:defRPr>
            </a:lvl2pPr>
            <a:lvl3pPr indent="0" lvl="2" marL="0" algn="l">
              <a:spcBef>
                <a:spcPts val="0"/>
              </a:spcBef>
              <a:buNone/>
              <a:defRPr b="0" i="0" sz="1000" u="none" cap="none" strike="noStrike">
                <a:solidFill>
                  <a:srgbClr val="002A3A"/>
                </a:solidFill>
                <a:latin typeface="Trebuchet MS"/>
                <a:ea typeface="Trebuchet MS"/>
                <a:cs typeface="Trebuchet MS"/>
                <a:sym typeface="Trebuchet MS"/>
              </a:defRPr>
            </a:lvl3pPr>
            <a:lvl4pPr indent="0" lvl="3" marL="0" algn="l">
              <a:spcBef>
                <a:spcPts val="0"/>
              </a:spcBef>
              <a:buNone/>
              <a:defRPr b="0" i="0" sz="1000" u="none" cap="none" strike="noStrike">
                <a:solidFill>
                  <a:srgbClr val="002A3A"/>
                </a:solidFill>
                <a:latin typeface="Trebuchet MS"/>
                <a:ea typeface="Trebuchet MS"/>
                <a:cs typeface="Trebuchet MS"/>
                <a:sym typeface="Trebuchet MS"/>
              </a:defRPr>
            </a:lvl4pPr>
            <a:lvl5pPr indent="0" lvl="4" marL="0" algn="l">
              <a:spcBef>
                <a:spcPts val="0"/>
              </a:spcBef>
              <a:buNone/>
              <a:defRPr b="0" i="0" sz="1000" u="none" cap="none" strike="noStrike">
                <a:solidFill>
                  <a:srgbClr val="002A3A"/>
                </a:solidFill>
                <a:latin typeface="Trebuchet MS"/>
                <a:ea typeface="Trebuchet MS"/>
                <a:cs typeface="Trebuchet MS"/>
                <a:sym typeface="Trebuchet MS"/>
              </a:defRPr>
            </a:lvl5pPr>
            <a:lvl6pPr indent="0" lvl="5" marL="0" algn="l">
              <a:spcBef>
                <a:spcPts val="0"/>
              </a:spcBef>
              <a:buNone/>
              <a:defRPr b="0" i="0" sz="1000" u="none" cap="none" strike="noStrike">
                <a:solidFill>
                  <a:srgbClr val="002A3A"/>
                </a:solidFill>
                <a:latin typeface="Trebuchet MS"/>
                <a:ea typeface="Trebuchet MS"/>
                <a:cs typeface="Trebuchet MS"/>
                <a:sym typeface="Trebuchet MS"/>
              </a:defRPr>
            </a:lvl6pPr>
            <a:lvl7pPr indent="0" lvl="6" marL="0" algn="l">
              <a:spcBef>
                <a:spcPts val="0"/>
              </a:spcBef>
              <a:buNone/>
              <a:defRPr b="0" i="0" sz="1000" u="none" cap="none" strike="noStrike">
                <a:solidFill>
                  <a:srgbClr val="002A3A"/>
                </a:solidFill>
                <a:latin typeface="Trebuchet MS"/>
                <a:ea typeface="Trebuchet MS"/>
                <a:cs typeface="Trebuchet MS"/>
                <a:sym typeface="Trebuchet MS"/>
              </a:defRPr>
            </a:lvl7pPr>
            <a:lvl8pPr indent="0" lvl="7" marL="0" algn="l">
              <a:spcBef>
                <a:spcPts val="0"/>
              </a:spcBef>
              <a:buNone/>
              <a:defRPr b="0" i="0" sz="1000" u="none" cap="none" strike="noStrike">
                <a:solidFill>
                  <a:srgbClr val="002A3A"/>
                </a:solidFill>
                <a:latin typeface="Trebuchet MS"/>
                <a:ea typeface="Trebuchet MS"/>
                <a:cs typeface="Trebuchet MS"/>
                <a:sym typeface="Trebuchet MS"/>
              </a:defRPr>
            </a:lvl8pPr>
            <a:lvl9pPr indent="0" lvl="8" marL="0" algn="l">
              <a:spcBef>
                <a:spcPts val="0"/>
              </a:spcBef>
              <a:buNone/>
              <a:defRPr b="0" i="0" sz="1000" u="none" cap="none" strike="noStrike">
                <a:solidFill>
                  <a:srgbClr val="002A3A"/>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Content">
  <p:cSld name="One Column Content">
    <p:spTree>
      <p:nvGrpSpPr>
        <p:cNvPr id="255" name="Shape 255"/>
        <p:cNvGrpSpPr/>
        <p:nvPr/>
      </p:nvGrpSpPr>
      <p:grpSpPr>
        <a:xfrm>
          <a:off x="0" y="0"/>
          <a:ext cx="0" cy="0"/>
          <a:chOff x="0" y="0"/>
          <a:chExt cx="0" cy="0"/>
        </a:xfrm>
      </p:grpSpPr>
      <p:sp>
        <p:nvSpPr>
          <p:cNvPr id="256" name="Google Shape;256;p44"/>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4"/>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Clr>
                <a:srgbClr val="002A3A"/>
              </a:buClr>
              <a:buSzPts val="1800"/>
              <a:buNone/>
              <a:defRPr b="0" sz="18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8" name="Google Shape;258;p44"/>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000" u="none" cap="none" strike="noStrike">
                <a:solidFill>
                  <a:srgbClr val="6BA539"/>
                </a:solidFill>
                <a:latin typeface="Trebuchet MS"/>
                <a:ea typeface="Trebuchet MS"/>
                <a:cs typeface="Trebuchet MS"/>
                <a:sym typeface="Trebuchet MS"/>
              </a:defRPr>
            </a:lvl1pPr>
            <a:lvl2pPr indent="0" lvl="1" marL="0" algn="l">
              <a:spcBef>
                <a:spcPts val="0"/>
              </a:spcBef>
              <a:buNone/>
              <a:defRPr b="0" i="0" sz="1000" u="none" cap="none" strike="noStrike">
                <a:solidFill>
                  <a:srgbClr val="6BA539"/>
                </a:solidFill>
                <a:latin typeface="Trebuchet MS"/>
                <a:ea typeface="Trebuchet MS"/>
                <a:cs typeface="Trebuchet MS"/>
                <a:sym typeface="Trebuchet MS"/>
              </a:defRPr>
            </a:lvl2pPr>
            <a:lvl3pPr indent="0" lvl="2" marL="0" algn="l">
              <a:spcBef>
                <a:spcPts val="0"/>
              </a:spcBef>
              <a:buNone/>
              <a:defRPr b="0" i="0" sz="1000" u="none" cap="none" strike="noStrike">
                <a:solidFill>
                  <a:srgbClr val="6BA539"/>
                </a:solidFill>
                <a:latin typeface="Trebuchet MS"/>
                <a:ea typeface="Trebuchet MS"/>
                <a:cs typeface="Trebuchet MS"/>
                <a:sym typeface="Trebuchet MS"/>
              </a:defRPr>
            </a:lvl3pPr>
            <a:lvl4pPr indent="0" lvl="3" marL="0" algn="l">
              <a:spcBef>
                <a:spcPts val="0"/>
              </a:spcBef>
              <a:buNone/>
              <a:defRPr b="0" i="0" sz="1000" u="none" cap="none" strike="noStrike">
                <a:solidFill>
                  <a:srgbClr val="6BA539"/>
                </a:solidFill>
                <a:latin typeface="Trebuchet MS"/>
                <a:ea typeface="Trebuchet MS"/>
                <a:cs typeface="Trebuchet MS"/>
                <a:sym typeface="Trebuchet MS"/>
              </a:defRPr>
            </a:lvl4pPr>
            <a:lvl5pPr indent="0" lvl="4" marL="0" algn="l">
              <a:spcBef>
                <a:spcPts val="0"/>
              </a:spcBef>
              <a:buNone/>
              <a:defRPr b="0" i="0" sz="1000" u="none" cap="none" strike="noStrike">
                <a:solidFill>
                  <a:srgbClr val="6BA539"/>
                </a:solidFill>
                <a:latin typeface="Trebuchet MS"/>
                <a:ea typeface="Trebuchet MS"/>
                <a:cs typeface="Trebuchet MS"/>
                <a:sym typeface="Trebuchet MS"/>
              </a:defRPr>
            </a:lvl5pPr>
            <a:lvl6pPr indent="0" lvl="5" marL="0" algn="l">
              <a:spcBef>
                <a:spcPts val="0"/>
              </a:spcBef>
              <a:buNone/>
              <a:defRPr b="0" i="0" sz="1000" u="none" cap="none" strike="noStrike">
                <a:solidFill>
                  <a:srgbClr val="6BA539"/>
                </a:solidFill>
                <a:latin typeface="Trebuchet MS"/>
                <a:ea typeface="Trebuchet MS"/>
                <a:cs typeface="Trebuchet MS"/>
                <a:sym typeface="Trebuchet MS"/>
              </a:defRPr>
            </a:lvl6pPr>
            <a:lvl7pPr indent="0" lvl="6" marL="0" algn="l">
              <a:spcBef>
                <a:spcPts val="0"/>
              </a:spcBef>
              <a:buNone/>
              <a:defRPr b="0" i="0" sz="1000" u="none" cap="none" strike="noStrike">
                <a:solidFill>
                  <a:srgbClr val="6BA539"/>
                </a:solidFill>
                <a:latin typeface="Trebuchet MS"/>
                <a:ea typeface="Trebuchet MS"/>
                <a:cs typeface="Trebuchet MS"/>
                <a:sym typeface="Trebuchet MS"/>
              </a:defRPr>
            </a:lvl7pPr>
            <a:lvl8pPr indent="0" lvl="7" marL="0" algn="l">
              <a:spcBef>
                <a:spcPts val="0"/>
              </a:spcBef>
              <a:buNone/>
              <a:defRPr b="0" i="0" sz="1000" u="none" cap="none" strike="noStrike">
                <a:solidFill>
                  <a:srgbClr val="6BA539"/>
                </a:solidFill>
                <a:latin typeface="Trebuchet MS"/>
                <a:ea typeface="Trebuchet MS"/>
                <a:cs typeface="Trebuchet MS"/>
                <a:sym typeface="Trebuchet MS"/>
              </a:defRPr>
            </a:lvl8pPr>
            <a:lvl9pPr indent="0" lvl="8" marL="0" algn="l">
              <a:spcBef>
                <a:spcPts val="0"/>
              </a:spcBef>
              <a:buNone/>
              <a:defRPr b="0" i="0" sz="1000" u="none" cap="none" strike="noStrike">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59" name="Google Shape;259;p44"/>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500" u="none" cap="none" strike="noStrike">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260" name="Google Shape;260;p44"/>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261" name="Google Shape;261;p44"/>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262" name="Shape 262"/>
        <p:cNvGrpSpPr/>
        <p:nvPr/>
      </p:nvGrpSpPr>
      <p:grpSpPr>
        <a:xfrm>
          <a:off x="0" y="0"/>
          <a:ext cx="0" cy="0"/>
          <a:chOff x="0" y="0"/>
          <a:chExt cx="0" cy="0"/>
        </a:xfrm>
      </p:grpSpPr>
      <p:sp>
        <p:nvSpPr>
          <p:cNvPr id="263" name="Google Shape;263;p45"/>
          <p:cNvSpPr txBox="1"/>
          <p:nvPr>
            <p:ph idx="1" type="body"/>
          </p:nvPr>
        </p:nvSpPr>
        <p:spPr>
          <a:xfrm>
            <a:off x="481214" y="1139994"/>
            <a:ext cx="7682700" cy="3020400"/>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1pPr>
            <a:lvl2pPr indent="-355600" lvl="1" marL="9144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2pPr>
            <a:lvl3pPr indent="-342900" lvl="2" marL="1371600" algn="l">
              <a:spcBef>
                <a:spcPts val="360"/>
              </a:spcBef>
              <a:spcAft>
                <a:spcPts val="0"/>
              </a:spcAft>
              <a:buClr>
                <a:srgbClr val="002A3A"/>
              </a:buClr>
              <a:buSzPts val="1800"/>
              <a:buChar char="•"/>
              <a:defRPr sz="1800">
                <a:solidFill>
                  <a:srgbClr val="002A3A"/>
                </a:solidFill>
                <a:latin typeface="Trebuchet MS"/>
                <a:ea typeface="Trebuchet MS"/>
                <a:cs typeface="Trebuchet MS"/>
                <a:sym typeface="Trebuchet MS"/>
              </a:defRPr>
            </a:lvl3pPr>
            <a:lvl4pPr indent="-330200" lvl="3" marL="1828800" algn="l">
              <a:spcBef>
                <a:spcPts val="320"/>
              </a:spcBef>
              <a:spcAft>
                <a:spcPts val="0"/>
              </a:spcAft>
              <a:buClr>
                <a:srgbClr val="002A3A"/>
              </a:buClr>
              <a:buSzPts val="1600"/>
              <a:buChar char="–"/>
              <a:defRPr sz="1600">
                <a:solidFill>
                  <a:srgbClr val="002A3A"/>
                </a:solidFill>
                <a:latin typeface="Trebuchet MS"/>
                <a:ea typeface="Trebuchet MS"/>
                <a:cs typeface="Trebuchet MS"/>
                <a:sym typeface="Trebuchet MS"/>
              </a:defRPr>
            </a:lvl4pPr>
            <a:lvl5pPr indent="-317500" lvl="4" marL="2286000" algn="l">
              <a:spcBef>
                <a:spcPts val="280"/>
              </a:spcBef>
              <a:spcAft>
                <a:spcPts val="0"/>
              </a:spcAft>
              <a:buClr>
                <a:srgbClr val="002A3A"/>
              </a:buClr>
              <a:buSzPts val="1400"/>
              <a:buChar char="»"/>
              <a:defRPr sz="1400">
                <a:solidFill>
                  <a:srgbClr val="002A3A"/>
                </a:solidFill>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4" name="Google Shape;264;p45"/>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45"/>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66" name="Google Shape;266;p45"/>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267" name="Google Shape;267;p45"/>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268" name="Google Shape;268;p45"/>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loser 1">
    <p:spTree>
      <p:nvGrpSpPr>
        <p:cNvPr id="269" name="Shape 269"/>
        <p:cNvGrpSpPr/>
        <p:nvPr/>
      </p:nvGrpSpPr>
      <p:grpSpPr>
        <a:xfrm>
          <a:off x="0" y="0"/>
          <a:ext cx="0" cy="0"/>
          <a:chOff x="0" y="0"/>
          <a:chExt cx="0" cy="0"/>
        </a:xfrm>
      </p:grpSpPr>
      <p:pic>
        <p:nvPicPr>
          <p:cNvPr id="270" name="Google Shape;270;p46"/>
          <p:cNvPicPr preferRelativeResize="0"/>
          <p:nvPr/>
        </p:nvPicPr>
        <p:blipFill rotWithShape="1">
          <a:blip r:embed="rId2">
            <a:alphaModFix/>
          </a:blip>
          <a:srcRect b="0" l="0" r="0" t="0"/>
          <a:stretch/>
        </p:blipFill>
        <p:spPr>
          <a:xfrm>
            <a:off x="5775584" y="155806"/>
            <a:ext cx="3106885" cy="4784368"/>
          </a:xfrm>
          <a:prstGeom prst="rect">
            <a:avLst/>
          </a:prstGeom>
          <a:noFill/>
          <a:ln>
            <a:noFill/>
          </a:ln>
        </p:spPr>
      </p:pic>
      <p:sp>
        <p:nvSpPr>
          <p:cNvPr id="271" name="Google Shape;271;p46"/>
          <p:cNvSpPr txBox="1"/>
          <p:nvPr>
            <p:ph type="title"/>
          </p:nvPr>
        </p:nvSpPr>
        <p:spPr>
          <a:xfrm>
            <a:off x="799266" y="1662329"/>
            <a:ext cx="4609800" cy="1127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46"/>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73" name="Google Shape;273;p46"/>
          <p:cNvSpPr txBox="1"/>
          <p:nvPr/>
        </p:nvSpPr>
        <p:spPr>
          <a:xfrm>
            <a:off x="789103" y="4789899"/>
            <a:ext cx="62628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274" name="Google Shape;274;p46"/>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5" name="Google Shape;275;p46"/>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p:cSld name="Title Slide Dark">
    <p:spTree>
      <p:nvGrpSpPr>
        <p:cNvPr id="276" name="Shape 276"/>
        <p:cNvGrpSpPr/>
        <p:nvPr/>
      </p:nvGrpSpPr>
      <p:grpSpPr>
        <a:xfrm>
          <a:off x="0" y="0"/>
          <a:ext cx="0" cy="0"/>
          <a:chOff x="0" y="0"/>
          <a:chExt cx="0" cy="0"/>
        </a:xfrm>
      </p:grpSpPr>
      <p:sp>
        <p:nvSpPr>
          <p:cNvPr id="277" name="Google Shape;277;p47"/>
          <p:cNvSpPr/>
          <p:nvPr/>
        </p:nvSpPr>
        <p:spPr>
          <a:xfrm>
            <a:off x="-1" y="1106853"/>
            <a:ext cx="9144000" cy="4036500"/>
          </a:xfrm>
          <a:prstGeom prst="rect">
            <a:avLst/>
          </a:prstGeom>
          <a:solidFill>
            <a:srgbClr val="002A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pic>
        <p:nvPicPr>
          <p:cNvPr descr="TWV_primary.png" id="278" name="Google Shape;278;p47"/>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279" name="Google Shape;279;p47"/>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280" name="Google Shape;280;p47"/>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281" name="Google Shape;281;p47"/>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47"/>
          <p:cNvSpPr txBox="1"/>
          <p:nvPr>
            <p:ph idx="1" type="body"/>
          </p:nvPr>
        </p:nvSpPr>
        <p:spPr>
          <a:xfrm>
            <a:off x="799266" y="2568671"/>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3" name="Google Shape;283;p47"/>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84" name="Google Shape;284;p47"/>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FFFFFF"/>
              </a:buClr>
              <a:buSzPts val="1600"/>
              <a:buNone/>
              <a:defRPr b="0" sz="16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Light">
  <p:cSld name="Title Slide Light">
    <p:spTree>
      <p:nvGrpSpPr>
        <p:cNvPr id="285" name="Shape 285"/>
        <p:cNvGrpSpPr/>
        <p:nvPr/>
      </p:nvGrpSpPr>
      <p:grpSpPr>
        <a:xfrm>
          <a:off x="0" y="0"/>
          <a:ext cx="0" cy="0"/>
          <a:chOff x="0" y="0"/>
          <a:chExt cx="0" cy="0"/>
        </a:xfrm>
      </p:grpSpPr>
      <p:pic>
        <p:nvPicPr>
          <p:cNvPr descr="TWV_primary.png" id="286" name="Google Shape;286;p48"/>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287" name="Google Shape;287;p48"/>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288" name="Google Shape;288;p48"/>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289" name="Google Shape;289;p48"/>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5400"/>
              <a:buFont typeface="Trebuchet MS"/>
              <a:buNone/>
              <a:defRPr sz="54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0" name="Google Shape;290;p48"/>
          <p:cNvSpPr txBox="1"/>
          <p:nvPr>
            <p:ph idx="1" type="body"/>
          </p:nvPr>
        </p:nvSpPr>
        <p:spPr>
          <a:xfrm>
            <a:off x="799266" y="2568671"/>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91" name="Google Shape;291;p48"/>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292" name="Google Shape;292;p48"/>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002A3A"/>
              </a:buClr>
              <a:buSzPts val="1600"/>
              <a:buNone/>
              <a:defRPr b="0" sz="16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p:cSld name="Title Slide Dark 2">
    <p:spTree>
      <p:nvGrpSpPr>
        <p:cNvPr id="293" name="Shape 293"/>
        <p:cNvGrpSpPr/>
        <p:nvPr/>
      </p:nvGrpSpPr>
      <p:grpSpPr>
        <a:xfrm>
          <a:off x="0" y="0"/>
          <a:ext cx="0" cy="0"/>
          <a:chOff x="0" y="0"/>
          <a:chExt cx="0" cy="0"/>
        </a:xfrm>
      </p:grpSpPr>
      <p:sp>
        <p:nvSpPr>
          <p:cNvPr id="294" name="Google Shape;294;p49"/>
          <p:cNvSpPr/>
          <p:nvPr/>
        </p:nvSpPr>
        <p:spPr>
          <a:xfrm>
            <a:off x="-1" y="1106853"/>
            <a:ext cx="9144000" cy="4036500"/>
          </a:xfrm>
          <a:prstGeom prst="rect">
            <a:avLst/>
          </a:prstGeom>
          <a:solidFill>
            <a:srgbClr val="002A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pic>
        <p:nvPicPr>
          <p:cNvPr descr="TWV_primary.png" id="295" name="Google Shape;295;p49"/>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296" name="Google Shape;296;p49"/>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297" name="Google Shape;297;p49"/>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298" name="Google Shape;298;p49"/>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49"/>
          <p:cNvSpPr txBox="1"/>
          <p:nvPr>
            <p:ph idx="1" type="body"/>
          </p:nvPr>
        </p:nvSpPr>
        <p:spPr>
          <a:xfrm>
            <a:off x="799266" y="2568671"/>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00" name="Google Shape;300;p49"/>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01" name="Google Shape;301;p49"/>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FFFFFF"/>
              </a:buClr>
              <a:buSzPts val="1600"/>
              <a:buNone/>
              <a:defRPr b="0" sz="16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Light">
  <p:cSld name="Title Slide Light 2">
    <p:spTree>
      <p:nvGrpSpPr>
        <p:cNvPr id="302" name="Shape 302"/>
        <p:cNvGrpSpPr/>
        <p:nvPr/>
      </p:nvGrpSpPr>
      <p:grpSpPr>
        <a:xfrm>
          <a:off x="0" y="0"/>
          <a:ext cx="0" cy="0"/>
          <a:chOff x="0" y="0"/>
          <a:chExt cx="0" cy="0"/>
        </a:xfrm>
      </p:grpSpPr>
      <p:pic>
        <p:nvPicPr>
          <p:cNvPr descr="TWV_primary.png" id="303" name="Google Shape;303;p50"/>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304" name="Google Shape;304;p50"/>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05" name="Google Shape;305;p50"/>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306" name="Google Shape;306;p50"/>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5400"/>
              <a:buFont typeface="Trebuchet MS"/>
              <a:buNone/>
              <a:defRPr sz="54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 name="Google Shape;307;p50"/>
          <p:cNvSpPr txBox="1"/>
          <p:nvPr>
            <p:ph idx="1" type="body"/>
          </p:nvPr>
        </p:nvSpPr>
        <p:spPr>
          <a:xfrm>
            <a:off x="799266" y="2568671"/>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08" name="Google Shape;308;p50"/>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09" name="Google Shape;309;p50"/>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002A3A"/>
              </a:buClr>
              <a:buSzPts val="1600"/>
              <a:buNone/>
              <a:defRPr b="0" sz="16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Green 1">
  <p:cSld name="Accent Slide Green 1">
    <p:spTree>
      <p:nvGrpSpPr>
        <p:cNvPr id="310" name="Shape 310"/>
        <p:cNvGrpSpPr/>
        <p:nvPr/>
      </p:nvGrpSpPr>
      <p:grpSpPr>
        <a:xfrm>
          <a:off x="0" y="0"/>
          <a:ext cx="0" cy="0"/>
          <a:chOff x="0" y="0"/>
          <a:chExt cx="0" cy="0"/>
        </a:xfrm>
      </p:grpSpPr>
      <p:pic>
        <p:nvPicPr>
          <p:cNvPr descr="pic1.jpg" id="311" name="Google Shape;311;p51"/>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312" name="Google Shape;312;p51"/>
          <p:cNvSpPr/>
          <p:nvPr/>
        </p:nvSpPr>
        <p:spPr>
          <a:xfrm>
            <a:off x="-1" y="1"/>
            <a:ext cx="9144000" cy="5143500"/>
          </a:xfrm>
          <a:prstGeom prst="rect">
            <a:avLst/>
          </a:prstGeom>
          <a:solidFill>
            <a:srgbClr val="6BA539">
              <a:alpha val="8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313" name="Google Shape;313;p51"/>
          <p:cNvGrpSpPr/>
          <p:nvPr/>
        </p:nvGrpSpPr>
        <p:grpSpPr>
          <a:xfrm>
            <a:off x="907665" y="4528969"/>
            <a:ext cx="7459661" cy="349828"/>
            <a:chOff x="1395285" y="4528969"/>
            <a:chExt cx="7459661" cy="349828"/>
          </a:xfrm>
        </p:grpSpPr>
        <p:sp>
          <p:nvSpPr>
            <p:cNvPr id="314" name="Google Shape;314;p51"/>
            <p:cNvSpPr txBox="1"/>
            <p:nvPr/>
          </p:nvSpPr>
          <p:spPr>
            <a:xfrm>
              <a:off x="1395285" y="4619244"/>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SV_white.png" id="315" name="Google Shape;315;p51"/>
            <p:cNvPicPr preferRelativeResize="0"/>
            <p:nvPr/>
          </p:nvPicPr>
          <p:blipFill rotWithShape="1">
            <a:blip r:embed="rId3">
              <a:alphaModFix/>
            </a:blip>
            <a:srcRect b="0" l="0" r="0" t="0"/>
            <a:stretch/>
          </p:blipFill>
          <p:spPr>
            <a:xfrm>
              <a:off x="7442866" y="4528969"/>
              <a:ext cx="1412080" cy="349828"/>
            </a:xfrm>
            <a:prstGeom prst="rect">
              <a:avLst/>
            </a:prstGeom>
            <a:noFill/>
            <a:ln>
              <a:noFill/>
            </a:ln>
          </p:spPr>
        </p:pic>
      </p:grpSp>
      <p:sp>
        <p:nvSpPr>
          <p:cNvPr id="316" name="Google Shape;316;p51"/>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51"/>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chemeClr val="lt1"/>
                </a:solidFill>
                <a:latin typeface="Trebuchet MS"/>
                <a:ea typeface="Trebuchet MS"/>
                <a:cs typeface="Trebuchet MS"/>
                <a:sym typeface="Trebuchet MS"/>
              </a:defRPr>
            </a:lvl1pPr>
            <a:lvl2pPr indent="0" lvl="1" marL="0" algn="l">
              <a:spcBef>
                <a:spcPts val="0"/>
              </a:spcBef>
              <a:buNone/>
              <a:defRPr sz="1000">
                <a:solidFill>
                  <a:schemeClr val="lt1"/>
                </a:solidFill>
                <a:latin typeface="Trebuchet MS"/>
                <a:ea typeface="Trebuchet MS"/>
                <a:cs typeface="Trebuchet MS"/>
                <a:sym typeface="Trebuchet MS"/>
              </a:defRPr>
            </a:lvl2pPr>
            <a:lvl3pPr indent="0" lvl="2" marL="0" algn="l">
              <a:spcBef>
                <a:spcPts val="0"/>
              </a:spcBef>
              <a:buNone/>
              <a:defRPr sz="1000">
                <a:solidFill>
                  <a:schemeClr val="lt1"/>
                </a:solidFill>
                <a:latin typeface="Trebuchet MS"/>
                <a:ea typeface="Trebuchet MS"/>
                <a:cs typeface="Trebuchet MS"/>
                <a:sym typeface="Trebuchet MS"/>
              </a:defRPr>
            </a:lvl3pPr>
            <a:lvl4pPr indent="0" lvl="3" marL="0" algn="l">
              <a:spcBef>
                <a:spcPts val="0"/>
              </a:spcBef>
              <a:buNone/>
              <a:defRPr sz="1000">
                <a:solidFill>
                  <a:schemeClr val="lt1"/>
                </a:solidFill>
                <a:latin typeface="Trebuchet MS"/>
                <a:ea typeface="Trebuchet MS"/>
                <a:cs typeface="Trebuchet MS"/>
                <a:sym typeface="Trebuchet MS"/>
              </a:defRPr>
            </a:lvl4pPr>
            <a:lvl5pPr indent="0" lvl="4" marL="0" algn="l">
              <a:spcBef>
                <a:spcPts val="0"/>
              </a:spcBef>
              <a:buNone/>
              <a:defRPr sz="1000">
                <a:solidFill>
                  <a:schemeClr val="lt1"/>
                </a:solidFill>
                <a:latin typeface="Trebuchet MS"/>
                <a:ea typeface="Trebuchet MS"/>
                <a:cs typeface="Trebuchet MS"/>
                <a:sym typeface="Trebuchet MS"/>
              </a:defRPr>
            </a:lvl5pPr>
            <a:lvl6pPr indent="0" lvl="5" marL="0" algn="l">
              <a:spcBef>
                <a:spcPts val="0"/>
              </a:spcBef>
              <a:buNone/>
              <a:defRPr sz="1000">
                <a:solidFill>
                  <a:schemeClr val="lt1"/>
                </a:solidFill>
                <a:latin typeface="Trebuchet MS"/>
                <a:ea typeface="Trebuchet MS"/>
                <a:cs typeface="Trebuchet MS"/>
                <a:sym typeface="Trebuchet MS"/>
              </a:defRPr>
            </a:lvl6pPr>
            <a:lvl7pPr indent="0" lvl="6" marL="0" algn="l">
              <a:spcBef>
                <a:spcPts val="0"/>
              </a:spcBef>
              <a:buNone/>
              <a:defRPr sz="1000">
                <a:solidFill>
                  <a:schemeClr val="lt1"/>
                </a:solidFill>
                <a:latin typeface="Trebuchet MS"/>
                <a:ea typeface="Trebuchet MS"/>
                <a:cs typeface="Trebuchet MS"/>
                <a:sym typeface="Trebuchet MS"/>
              </a:defRPr>
            </a:lvl7pPr>
            <a:lvl8pPr indent="0" lvl="7" marL="0" algn="l">
              <a:spcBef>
                <a:spcPts val="0"/>
              </a:spcBef>
              <a:buNone/>
              <a:defRPr sz="1000">
                <a:solidFill>
                  <a:schemeClr val="lt1"/>
                </a:solidFill>
                <a:latin typeface="Trebuchet MS"/>
                <a:ea typeface="Trebuchet MS"/>
                <a:cs typeface="Trebuchet MS"/>
                <a:sym typeface="Trebuchet MS"/>
              </a:defRPr>
            </a:lvl8pPr>
            <a:lvl9pPr indent="0" lvl="8" marL="0" algn="l">
              <a:spcBef>
                <a:spcPts val="0"/>
              </a:spcBef>
              <a:buNone/>
              <a:defRPr sz="1000">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Green 2">
  <p:cSld name="Accent Slide Green 2">
    <p:spTree>
      <p:nvGrpSpPr>
        <p:cNvPr id="318" name="Shape 318"/>
        <p:cNvGrpSpPr/>
        <p:nvPr/>
      </p:nvGrpSpPr>
      <p:grpSpPr>
        <a:xfrm>
          <a:off x="0" y="0"/>
          <a:ext cx="0" cy="0"/>
          <a:chOff x="0" y="0"/>
          <a:chExt cx="0" cy="0"/>
        </a:xfrm>
      </p:grpSpPr>
      <p:pic>
        <p:nvPicPr>
          <p:cNvPr id="319" name="Google Shape;319;p52"/>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320" name="Google Shape;320;p52"/>
          <p:cNvSpPr/>
          <p:nvPr/>
        </p:nvSpPr>
        <p:spPr>
          <a:xfrm>
            <a:off x="-1" y="1"/>
            <a:ext cx="9144000" cy="5143500"/>
          </a:xfrm>
          <a:prstGeom prst="rect">
            <a:avLst/>
          </a:prstGeom>
          <a:solidFill>
            <a:srgbClr val="6BA539">
              <a:alpha val="8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321" name="Google Shape;321;p52"/>
          <p:cNvGrpSpPr/>
          <p:nvPr/>
        </p:nvGrpSpPr>
        <p:grpSpPr>
          <a:xfrm>
            <a:off x="907665" y="4528969"/>
            <a:ext cx="7459661" cy="349828"/>
            <a:chOff x="1395285" y="4528969"/>
            <a:chExt cx="7459661" cy="349828"/>
          </a:xfrm>
        </p:grpSpPr>
        <p:sp>
          <p:nvSpPr>
            <p:cNvPr id="322" name="Google Shape;322;p52"/>
            <p:cNvSpPr txBox="1"/>
            <p:nvPr/>
          </p:nvSpPr>
          <p:spPr>
            <a:xfrm>
              <a:off x="1395285" y="4619244"/>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SV_white.png" id="323" name="Google Shape;323;p52"/>
            <p:cNvPicPr preferRelativeResize="0"/>
            <p:nvPr/>
          </p:nvPicPr>
          <p:blipFill rotWithShape="1">
            <a:blip r:embed="rId3">
              <a:alphaModFix/>
            </a:blip>
            <a:srcRect b="0" l="0" r="0" t="0"/>
            <a:stretch/>
          </p:blipFill>
          <p:spPr>
            <a:xfrm>
              <a:off x="7442866" y="4528969"/>
              <a:ext cx="1412080" cy="349828"/>
            </a:xfrm>
            <a:prstGeom prst="rect">
              <a:avLst/>
            </a:prstGeom>
            <a:noFill/>
            <a:ln>
              <a:noFill/>
            </a:ln>
          </p:spPr>
        </p:pic>
      </p:grpSp>
      <p:sp>
        <p:nvSpPr>
          <p:cNvPr id="324" name="Google Shape;324;p52"/>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52"/>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chemeClr val="lt1"/>
                </a:solidFill>
                <a:latin typeface="Trebuchet MS"/>
                <a:ea typeface="Trebuchet MS"/>
                <a:cs typeface="Trebuchet MS"/>
                <a:sym typeface="Trebuchet MS"/>
              </a:defRPr>
            </a:lvl1pPr>
            <a:lvl2pPr indent="0" lvl="1" marL="0" algn="l">
              <a:spcBef>
                <a:spcPts val="0"/>
              </a:spcBef>
              <a:buNone/>
              <a:defRPr sz="1000">
                <a:solidFill>
                  <a:schemeClr val="lt1"/>
                </a:solidFill>
                <a:latin typeface="Trebuchet MS"/>
                <a:ea typeface="Trebuchet MS"/>
                <a:cs typeface="Trebuchet MS"/>
                <a:sym typeface="Trebuchet MS"/>
              </a:defRPr>
            </a:lvl2pPr>
            <a:lvl3pPr indent="0" lvl="2" marL="0" algn="l">
              <a:spcBef>
                <a:spcPts val="0"/>
              </a:spcBef>
              <a:buNone/>
              <a:defRPr sz="1000">
                <a:solidFill>
                  <a:schemeClr val="lt1"/>
                </a:solidFill>
                <a:latin typeface="Trebuchet MS"/>
                <a:ea typeface="Trebuchet MS"/>
                <a:cs typeface="Trebuchet MS"/>
                <a:sym typeface="Trebuchet MS"/>
              </a:defRPr>
            </a:lvl3pPr>
            <a:lvl4pPr indent="0" lvl="3" marL="0" algn="l">
              <a:spcBef>
                <a:spcPts val="0"/>
              </a:spcBef>
              <a:buNone/>
              <a:defRPr sz="1000">
                <a:solidFill>
                  <a:schemeClr val="lt1"/>
                </a:solidFill>
                <a:latin typeface="Trebuchet MS"/>
                <a:ea typeface="Trebuchet MS"/>
                <a:cs typeface="Trebuchet MS"/>
                <a:sym typeface="Trebuchet MS"/>
              </a:defRPr>
            </a:lvl4pPr>
            <a:lvl5pPr indent="0" lvl="4" marL="0" algn="l">
              <a:spcBef>
                <a:spcPts val="0"/>
              </a:spcBef>
              <a:buNone/>
              <a:defRPr sz="1000">
                <a:solidFill>
                  <a:schemeClr val="lt1"/>
                </a:solidFill>
                <a:latin typeface="Trebuchet MS"/>
                <a:ea typeface="Trebuchet MS"/>
                <a:cs typeface="Trebuchet MS"/>
                <a:sym typeface="Trebuchet MS"/>
              </a:defRPr>
            </a:lvl5pPr>
            <a:lvl6pPr indent="0" lvl="5" marL="0" algn="l">
              <a:spcBef>
                <a:spcPts val="0"/>
              </a:spcBef>
              <a:buNone/>
              <a:defRPr sz="1000">
                <a:solidFill>
                  <a:schemeClr val="lt1"/>
                </a:solidFill>
                <a:latin typeface="Trebuchet MS"/>
                <a:ea typeface="Trebuchet MS"/>
                <a:cs typeface="Trebuchet MS"/>
                <a:sym typeface="Trebuchet MS"/>
              </a:defRPr>
            </a:lvl6pPr>
            <a:lvl7pPr indent="0" lvl="6" marL="0" algn="l">
              <a:spcBef>
                <a:spcPts val="0"/>
              </a:spcBef>
              <a:buNone/>
              <a:defRPr sz="1000">
                <a:solidFill>
                  <a:schemeClr val="lt1"/>
                </a:solidFill>
                <a:latin typeface="Trebuchet MS"/>
                <a:ea typeface="Trebuchet MS"/>
                <a:cs typeface="Trebuchet MS"/>
                <a:sym typeface="Trebuchet MS"/>
              </a:defRPr>
            </a:lvl7pPr>
            <a:lvl8pPr indent="0" lvl="7" marL="0" algn="l">
              <a:spcBef>
                <a:spcPts val="0"/>
              </a:spcBef>
              <a:buNone/>
              <a:defRPr sz="1000">
                <a:solidFill>
                  <a:schemeClr val="lt1"/>
                </a:solidFill>
                <a:latin typeface="Trebuchet MS"/>
                <a:ea typeface="Trebuchet MS"/>
                <a:cs typeface="Trebuchet MS"/>
                <a:sym typeface="Trebuchet MS"/>
              </a:defRPr>
            </a:lvl8pPr>
            <a:lvl9pPr indent="0" lvl="8" marL="0" algn="l">
              <a:spcBef>
                <a:spcPts val="0"/>
              </a:spcBef>
              <a:buNone/>
              <a:defRPr sz="1000">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Light 2">
  <p:cSld name="Accent Slide Light 2">
    <p:spTree>
      <p:nvGrpSpPr>
        <p:cNvPr id="326" name="Shape 326"/>
        <p:cNvGrpSpPr/>
        <p:nvPr/>
      </p:nvGrpSpPr>
      <p:grpSpPr>
        <a:xfrm>
          <a:off x="0" y="0"/>
          <a:ext cx="0" cy="0"/>
          <a:chOff x="0" y="0"/>
          <a:chExt cx="0" cy="0"/>
        </a:xfrm>
      </p:grpSpPr>
      <p:pic>
        <p:nvPicPr>
          <p:cNvPr id="327" name="Google Shape;327;p53"/>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328" name="Google Shape;328;p53"/>
          <p:cNvSpPr/>
          <p:nvPr/>
        </p:nvSpPr>
        <p:spPr>
          <a:xfrm>
            <a:off x="0" y="0"/>
            <a:ext cx="9144000" cy="5143500"/>
          </a:xfrm>
          <a:prstGeom prst="rect">
            <a:avLst/>
          </a:prstGeom>
          <a:solidFill>
            <a:schemeClr val="lt1">
              <a:alpha val="6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329" name="Google Shape;329;p53"/>
          <p:cNvGrpSpPr/>
          <p:nvPr/>
        </p:nvGrpSpPr>
        <p:grpSpPr>
          <a:xfrm>
            <a:off x="907667" y="4528969"/>
            <a:ext cx="7459659" cy="349828"/>
            <a:chOff x="784456" y="4564648"/>
            <a:chExt cx="7459659" cy="349828"/>
          </a:xfrm>
        </p:grpSpPr>
        <p:sp>
          <p:nvSpPr>
            <p:cNvPr id="330" name="Google Shape;330;p53"/>
            <p:cNvSpPr txBox="1"/>
            <p:nvPr/>
          </p:nvSpPr>
          <p:spPr>
            <a:xfrm>
              <a:off x="784456" y="4660561"/>
              <a:ext cx="6047700" cy="169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331" name="Google Shape;331;p53"/>
            <p:cNvPicPr preferRelativeResize="0"/>
            <p:nvPr/>
          </p:nvPicPr>
          <p:blipFill rotWithShape="1">
            <a:blip r:embed="rId3">
              <a:alphaModFix/>
            </a:blip>
            <a:srcRect b="0" l="0" r="0" t="0"/>
            <a:stretch/>
          </p:blipFill>
          <p:spPr>
            <a:xfrm>
              <a:off x="6832035" y="4564648"/>
              <a:ext cx="1412080" cy="349828"/>
            </a:xfrm>
            <a:prstGeom prst="rect">
              <a:avLst/>
            </a:prstGeom>
            <a:noFill/>
            <a:ln>
              <a:noFill/>
            </a:ln>
          </p:spPr>
        </p:pic>
      </p:grpSp>
      <p:sp>
        <p:nvSpPr>
          <p:cNvPr id="332" name="Google Shape;332;p53"/>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6BA539"/>
              </a:buClr>
              <a:buSzPts val="5400"/>
              <a:buFont typeface="Trebuchet MS"/>
              <a:buNone/>
              <a:defRPr sz="54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53"/>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002A3A"/>
                </a:solidFill>
                <a:latin typeface="Trebuchet MS"/>
                <a:ea typeface="Trebuchet MS"/>
                <a:cs typeface="Trebuchet MS"/>
                <a:sym typeface="Trebuchet MS"/>
              </a:defRPr>
            </a:lvl1pPr>
            <a:lvl2pPr indent="0" lvl="1" marL="0" algn="l">
              <a:spcBef>
                <a:spcPts val="0"/>
              </a:spcBef>
              <a:buNone/>
              <a:defRPr sz="1000">
                <a:solidFill>
                  <a:srgbClr val="002A3A"/>
                </a:solidFill>
                <a:latin typeface="Trebuchet MS"/>
                <a:ea typeface="Trebuchet MS"/>
                <a:cs typeface="Trebuchet MS"/>
                <a:sym typeface="Trebuchet MS"/>
              </a:defRPr>
            </a:lvl2pPr>
            <a:lvl3pPr indent="0" lvl="2" marL="0" algn="l">
              <a:spcBef>
                <a:spcPts val="0"/>
              </a:spcBef>
              <a:buNone/>
              <a:defRPr sz="1000">
                <a:solidFill>
                  <a:srgbClr val="002A3A"/>
                </a:solidFill>
                <a:latin typeface="Trebuchet MS"/>
                <a:ea typeface="Trebuchet MS"/>
                <a:cs typeface="Trebuchet MS"/>
                <a:sym typeface="Trebuchet MS"/>
              </a:defRPr>
            </a:lvl3pPr>
            <a:lvl4pPr indent="0" lvl="3" marL="0" algn="l">
              <a:spcBef>
                <a:spcPts val="0"/>
              </a:spcBef>
              <a:buNone/>
              <a:defRPr sz="1000">
                <a:solidFill>
                  <a:srgbClr val="002A3A"/>
                </a:solidFill>
                <a:latin typeface="Trebuchet MS"/>
                <a:ea typeface="Trebuchet MS"/>
                <a:cs typeface="Trebuchet MS"/>
                <a:sym typeface="Trebuchet MS"/>
              </a:defRPr>
            </a:lvl4pPr>
            <a:lvl5pPr indent="0" lvl="4" marL="0" algn="l">
              <a:spcBef>
                <a:spcPts val="0"/>
              </a:spcBef>
              <a:buNone/>
              <a:defRPr sz="1000">
                <a:solidFill>
                  <a:srgbClr val="002A3A"/>
                </a:solidFill>
                <a:latin typeface="Trebuchet MS"/>
                <a:ea typeface="Trebuchet MS"/>
                <a:cs typeface="Trebuchet MS"/>
                <a:sym typeface="Trebuchet MS"/>
              </a:defRPr>
            </a:lvl5pPr>
            <a:lvl6pPr indent="0" lvl="5" marL="0" algn="l">
              <a:spcBef>
                <a:spcPts val="0"/>
              </a:spcBef>
              <a:buNone/>
              <a:defRPr sz="1000">
                <a:solidFill>
                  <a:srgbClr val="002A3A"/>
                </a:solidFill>
                <a:latin typeface="Trebuchet MS"/>
                <a:ea typeface="Trebuchet MS"/>
                <a:cs typeface="Trebuchet MS"/>
                <a:sym typeface="Trebuchet MS"/>
              </a:defRPr>
            </a:lvl6pPr>
            <a:lvl7pPr indent="0" lvl="6" marL="0" algn="l">
              <a:spcBef>
                <a:spcPts val="0"/>
              </a:spcBef>
              <a:buNone/>
              <a:defRPr sz="1000">
                <a:solidFill>
                  <a:srgbClr val="002A3A"/>
                </a:solidFill>
                <a:latin typeface="Trebuchet MS"/>
                <a:ea typeface="Trebuchet MS"/>
                <a:cs typeface="Trebuchet MS"/>
                <a:sym typeface="Trebuchet MS"/>
              </a:defRPr>
            </a:lvl7pPr>
            <a:lvl8pPr indent="0" lvl="7" marL="0" algn="l">
              <a:spcBef>
                <a:spcPts val="0"/>
              </a:spcBef>
              <a:buNone/>
              <a:defRPr sz="1000">
                <a:solidFill>
                  <a:srgbClr val="002A3A"/>
                </a:solidFill>
                <a:latin typeface="Trebuchet MS"/>
                <a:ea typeface="Trebuchet MS"/>
                <a:cs typeface="Trebuchet MS"/>
                <a:sym typeface="Trebuchet MS"/>
              </a:defRPr>
            </a:lvl8pPr>
            <a:lvl9pPr indent="0" lvl="8" marL="0" algn="l">
              <a:spcBef>
                <a:spcPts val="0"/>
              </a:spcBef>
              <a:buNone/>
              <a:defRPr sz="1000">
                <a:solidFill>
                  <a:srgbClr val="002A3A"/>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Two Column Content">
    <p:spTree>
      <p:nvGrpSpPr>
        <p:cNvPr id="334" name="Shape 334"/>
        <p:cNvGrpSpPr/>
        <p:nvPr/>
      </p:nvGrpSpPr>
      <p:grpSpPr>
        <a:xfrm>
          <a:off x="0" y="0"/>
          <a:ext cx="0" cy="0"/>
          <a:chOff x="0" y="0"/>
          <a:chExt cx="0" cy="0"/>
        </a:xfrm>
      </p:grpSpPr>
      <p:sp>
        <p:nvSpPr>
          <p:cNvPr id="335" name="Google Shape;335;p54"/>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54"/>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37" name="Google Shape;337;p54"/>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38" name="Google Shape;338;p54"/>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339" name="Google Shape;339;p54"/>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340" name="Google Shape;340;p54"/>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Content">
  <p:cSld name="Three Column Content">
    <p:spTree>
      <p:nvGrpSpPr>
        <p:cNvPr id="341" name="Shape 341"/>
        <p:cNvGrpSpPr/>
        <p:nvPr/>
      </p:nvGrpSpPr>
      <p:grpSpPr>
        <a:xfrm>
          <a:off x="0" y="0"/>
          <a:ext cx="0" cy="0"/>
          <a:chOff x="0" y="0"/>
          <a:chExt cx="0" cy="0"/>
        </a:xfrm>
      </p:grpSpPr>
      <p:sp>
        <p:nvSpPr>
          <p:cNvPr id="342" name="Google Shape;342;p55"/>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55"/>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220"/>
              </a:spcBef>
              <a:spcAft>
                <a:spcPts val="0"/>
              </a:spcAft>
              <a:buClr>
                <a:srgbClr val="002A3A"/>
              </a:buClr>
              <a:buSzPts val="1100"/>
              <a:buNone/>
              <a:defRPr b="0" sz="11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44" name="Google Shape;344;p55"/>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45" name="Google Shape;345;p55"/>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346" name="Google Shape;346;p55"/>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347" name="Google Shape;347;p55"/>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2">
    <p:spTree>
      <p:nvGrpSpPr>
        <p:cNvPr id="348" name="Shape 348"/>
        <p:cNvGrpSpPr/>
        <p:nvPr/>
      </p:nvGrpSpPr>
      <p:grpSpPr>
        <a:xfrm>
          <a:off x="0" y="0"/>
          <a:ext cx="0" cy="0"/>
          <a:chOff x="0" y="0"/>
          <a:chExt cx="0" cy="0"/>
        </a:xfrm>
      </p:grpSpPr>
      <p:sp>
        <p:nvSpPr>
          <p:cNvPr id="349" name="Google Shape;349;p56"/>
          <p:cNvSpPr txBox="1"/>
          <p:nvPr>
            <p:ph idx="1" type="body"/>
          </p:nvPr>
        </p:nvSpPr>
        <p:spPr>
          <a:xfrm>
            <a:off x="799266" y="1206017"/>
            <a:ext cx="7682700" cy="3020400"/>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1pPr>
            <a:lvl2pPr indent="-355600" lvl="1" marL="9144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2pPr>
            <a:lvl3pPr indent="-342900" lvl="2" marL="1371600" algn="l">
              <a:spcBef>
                <a:spcPts val="360"/>
              </a:spcBef>
              <a:spcAft>
                <a:spcPts val="0"/>
              </a:spcAft>
              <a:buClr>
                <a:srgbClr val="002A3A"/>
              </a:buClr>
              <a:buSzPts val="1800"/>
              <a:buChar char="•"/>
              <a:defRPr sz="1800">
                <a:solidFill>
                  <a:srgbClr val="002A3A"/>
                </a:solidFill>
                <a:latin typeface="Trebuchet MS"/>
                <a:ea typeface="Trebuchet MS"/>
                <a:cs typeface="Trebuchet MS"/>
                <a:sym typeface="Trebuchet MS"/>
              </a:defRPr>
            </a:lvl3pPr>
            <a:lvl4pPr indent="-330200" lvl="3" marL="1828800" algn="l">
              <a:spcBef>
                <a:spcPts val="320"/>
              </a:spcBef>
              <a:spcAft>
                <a:spcPts val="0"/>
              </a:spcAft>
              <a:buClr>
                <a:srgbClr val="002A3A"/>
              </a:buClr>
              <a:buSzPts val="1600"/>
              <a:buChar char="–"/>
              <a:defRPr sz="1600">
                <a:solidFill>
                  <a:srgbClr val="002A3A"/>
                </a:solidFill>
                <a:latin typeface="Trebuchet MS"/>
                <a:ea typeface="Trebuchet MS"/>
                <a:cs typeface="Trebuchet MS"/>
                <a:sym typeface="Trebuchet MS"/>
              </a:defRPr>
            </a:lvl4pPr>
            <a:lvl5pPr indent="-317500" lvl="4" marL="2286000" algn="l">
              <a:spcBef>
                <a:spcPts val="280"/>
              </a:spcBef>
              <a:spcAft>
                <a:spcPts val="0"/>
              </a:spcAft>
              <a:buClr>
                <a:srgbClr val="002A3A"/>
              </a:buClr>
              <a:buSzPts val="1400"/>
              <a:buChar char="»"/>
              <a:defRPr sz="1400">
                <a:solidFill>
                  <a:srgbClr val="002A3A"/>
                </a:solidFill>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0" name="Google Shape;350;p56"/>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1" name="Google Shape;351;p56"/>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52" name="Google Shape;352;p56"/>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353" name="Google Shape;353;p56"/>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354" name="Google Shape;354;p56"/>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loser 1 2">
    <p:spTree>
      <p:nvGrpSpPr>
        <p:cNvPr id="355" name="Shape 355"/>
        <p:cNvGrpSpPr/>
        <p:nvPr/>
      </p:nvGrpSpPr>
      <p:grpSpPr>
        <a:xfrm>
          <a:off x="0" y="0"/>
          <a:ext cx="0" cy="0"/>
          <a:chOff x="0" y="0"/>
          <a:chExt cx="0" cy="0"/>
        </a:xfrm>
      </p:grpSpPr>
      <p:pic>
        <p:nvPicPr>
          <p:cNvPr id="356" name="Google Shape;356;p57"/>
          <p:cNvPicPr preferRelativeResize="0"/>
          <p:nvPr/>
        </p:nvPicPr>
        <p:blipFill rotWithShape="1">
          <a:blip r:embed="rId2">
            <a:alphaModFix/>
          </a:blip>
          <a:srcRect b="0" l="0" r="0" t="0"/>
          <a:stretch/>
        </p:blipFill>
        <p:spPr>
          <a:xfrm>
            <a:off x="5775584" y="155806"/>
            <a:ext cx="3106885" cy="4784368"/>
          </a:xfrm>
          <a:prstGeom prst="rect">
            <a:avLst/>
          </a:prstGeom>
          <a:noFill/>
          <a:ln>
            <a:noFill/>
          </a:ln>
        </p:spPr>
      </p:pic>
      <p:sp>
        <p:nvSpPr>
          <p:cNvPr id="357" name="Google Shape;357;p57"/>
          <p:cNvSpPr txBox="1"/>
          <p:nvPr>
            <p:ph type="title"/>
          </p:nvPr>
        </p:nvSpPr>
        <p:spPr>
          <a:xfrm>
            <a:off x="799266" y="1662329"/>
            <a:ext cx="4609800" cy="1127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8" name="Google Shape;358;p57"/>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59" name="Google Shape;359;p57"/>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60" name="Google Shape;360;p57"/>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61" name="Google Shape;361;p57"/>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2">
  <p:cSld name="Closer 2">
    <p:spTree>
      <p:nvGrpSpPr>
        <p:cNvPr id="362" name="Shape 362"/>
        <p:cNvGrpSpPr/>
        <p:nvPr/>
      </p:nvGrpSpPr>
      <p:grpSpPr>
        <a:xfrm>
          <a:off x="0" y="0"/>
          <a:ext cx="0" cy="0"/>
          <a:chOff x="0" y="0"/>
          <a:chExt cx="0" cy="0"/>
        </a:xfrm>
      </p:grpSpPr>
      <p:pic>
        <p:nvPicPr>
          <p:cNvPr id="363" name="Google Shape;363;p58"/>
          <p:cNvPicPr preferRelativeResize="0"/>
          <p:nvPr/>
        </p:nvPicPr>
        <p:blipFill rotWithShape="1">
          <a:blip r:embed="rId2">
            <a:alphaModFix/>
          </a:blip>
          <a:srcRect b="0" l="0" r="0" t="0"/>
          <a:stretch/>
        </p:blipFill>
        <p:spPr>
          <a:xfrm>
            <a:off x="3938564" y="570908"/>
            <a:ext cx="1268364" cy="1953185"/>
          </a:xfrm>
          <a:prstGeom prst="rect">
            <a:avLst/>
          </a:prstGeom>
          <a:noFill/>
          <a:ln>
            <a:noFill/>
          </a:ln>
        </p:spPr>
      </p:pic>
      <p:sp>
        <p:nvSpPr>
          <p:cNvPr id="364" name="Google Shape;364;p58"/>
          <p:cNvSpPr txBox="1"/>
          <p:nvPr>
            <p:ph type="title"/>
          </p:nvPr>
        </p:nvSpPr>
        <p:spPr>
          <a:xfrm>
            <a:off x="799266" y="2524093"/>
            <a:ext cx="7557900" cy="11271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58"/>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66" name="Google Shape;366;p58"/>
          <p:cNvSpPr txBox="1"/>
          <p:nvPr/>
        </p:nvSpPr>
        <p:spPr>
          <a:xfrm>
            <a:off x="168496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67" name="Google Shape;367;p58"/>
          <p:cNvSpPr txBox="1"/>
          <p:nvPr>
            <p:ph idx="1" type="body"/>
          </p:nvPr>
        </p:nvSpPr>
        <p:spPr>
          <a:xfrm>
            <a:off x="799266" y="3460491"/>
            <a:ext cx="7557900" cy="3654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68" name="Google Shape;368;p58"/>
          <p:cNvSpPr txBox="1"/>
          <p:nvPr>
            <p:ph idx="2" type="body"/>
          </p:nvPr>
        </p:nvSpPr>
        <p:spPr>
          <a:xfrm>
            <a:off x="799266" y="3825936"/>
            <a:ext cx="7557900" cy="845700"/>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Green">
  <p:cSld name="Closer Green">
    <p:spTree>
      <p:nvGrpSpPr>
        <p:cNvPr id="369" name="Shape 369"/>
        <p:cNvGrpSpPr/>
        <p:nvPr/>
      </p:nvGrpSpPr>
      <p:grpSpPr>
        <a:xfrm>
          <a:off x="0" y="0"/>
          <a:ext cx="0" cy="0"/>
          <a:chOff x="0" y="0"/>
          <a:chExt cx="0" cy="0"/>
        </a:xfrm>
      </p:grpSpPr>
      <p:sp>
        <p:nvSpPr>
          <p:cNvPr id="370" name="Google Shape;370;p59"/>
          <p:cNvSpPr/>
          <p:nvPr/>
        </p:nvSpPr>
        <p:spPr>
          <a:xfrm>
            <a:off x="0" y="-1"/>
            <a:ext cx="9144000" cy="51435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59"/>
          <p:cNvSpPr txBox="1"/>
          <p:nvPr>
            <p:ph type="title"/>
          </p:nvPr>
        </p:nvSpPr>
        <p:spPr>
          <a:xfrm>
            <a:off x="799266" y="1662329"/>
            <a:ext cx="4609800" cy="1127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6000"/>
              <a:buFont typeface="Trebuchet MS"/>
              <a:buNone/>
              <a:defRPr b="1" sz="6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59"/>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FFFFFF"/>
                </a:solidFill>
                <a:latin typeface="Trebuchet MS"/>
                <a:ea typeface="Trebuchet MS"/>
                <a:cs typeface="Trebuchet MS"/>
                <a:sym typeface="Trebuchet MS"/>
              </a:defRPr>
            </a:lvl1pPr>
            <a:lvl2pPr indent="0" lvl="1" marL="0" algn="l">
              <a:spcBef>
                <a:spcPts val="0"/>
              </a:spcBef>
              <a:buNone/>
              <a:defRPr sz="1000">
                <a:solidFill>
                  <a:srgbClr val="FFFFFF"/>
                </a:solidFill>
                <a:latin typeface="Trebuchet MS"/>
                <a:ea typeface="Trebuchet MS"/>
                <a:cs typeface="Trebuchet MS"/>
                <a:sym typeface="Trebuchet MS"/>
              </a:defRPr>
            </a:lvl2pPr>
            <a:lvl3pPr indent="0" lvl="2" marL="0" algn="l">
              <a:spcBef>
                <a:spcPts val="0"/>
              </a:spcBef>
              <a:buNone/>
              <a:defRPr sz="1000">
                <a:solidFill>
                  <a:srgbClr val="FFFFFF"/>
                </a:solidFill>
                <a:latin typeface="Trebuchet MS"/>
                <a:ea typeface="Trebuchet MS"/>
                <a:cs typeface="Trebuchet MS"/>
                <a:sym typeface="Trebuchet MS"/>
              </a:defRPr>
            </a:lvl3pPr>
            <a:lvl4pPr indent="0" lvl="3" marL="0" algn="l">
              <a:spcBef>
                <a:spcPts val="0"/>
              </a:spcBef>
              <a:buNone/>
              <a:defRPr sz="1000">
                <a:solidFill>
                  <a:srgbClr val="FFFFFF"/>
                </a:solidFill>
                <a:latin typeface="Trebuchet MS"/>
                <a:ea typeface="Trebuchet MS"/>
                <a:cs typeface="Trebuchet MS"/>
                <a:sym typeface="Trebuchet MS"/>
              </a:defRPr>
            </a:lvl4pPr>
            <a:lvl5pPr indent="0" lvl="4" marL="0" algn="l">
              <a:spcBef>
                <a:spcPts val="0"/>
              </a:spcBef>
              <a:buNone/>
              <a:defRPr sz="1000">
                <a:solidFill>
                  <a:srgbClr val="FFFFFF"/>
                </a:solidFill>
                <a:latin typeface="Trebuchet MS"/>
                <a:ea typeface="Trebuchet MS"/>
                <a:cs typeface="Trebuchet MS"/>
                <a:sym typeface="Trebuchet MS"/>
              </a:defRPr>
            </a:lvl5pPr>
            <a:lvl6pPr indent="0" lvl="5" marL="0" algn="l">
              <a:spcBef>
                <a:spcPts val="0"/>
              </a:spcBef>
              <a:buNone/>
              <a:defRPr sz="1000">
                <a:solidFill>
                  <a:srgbClr val="FFFFFF"/>
                </a:solidFill>
                <a:latin typeface="Trebuchet MS"/>
                <a:ea typeface="Trebuchet MS"/>
                <a:cs typeface="Trebuchet MS"/>
                <a:sym typeface="Trebuchet MS"/>
              </a:defRPr>
            </a:lvl6pPr>
            <a:lvl7pPr indent="0" lvl="6" marL="0" algn="l">
              <a:spcBef>
                <a:spcPts val="0"/>
              </a:spcBef>
              <a:buNone/>
              <a:defRPr sz="1000">
                <a:solidFill>
                  <a:srgbClr val="FFFFFF"/>
                </a:solidFill>
                <a:latin typeface="Trebuchet MS"/>
                <a:ea typeface="Trebuchet MS"/>
                <a:cs typeface="Trebuchet MS"/>
                <a:sym typeface="Trebuchet MS"/>
              </a:defRPr>
            </a:lvl7pPr>
            <a:lvl8pPr indent="0" lvl="7" marL="0" algn="l">
              <a:spcBef>
                <a:spcPts val="0"/>
              </a:spcBef>
              <a:buNone/>
              <a:defRPr sz="1000">
                <a:solidFill>
                  <a:srgbClr val="FFFFFF"/>
                </a:solidFill>
                <a:latin typeface="Trebuchet MS"/>
                <a:ea typeface="Trebuchet MS"/>
                <a:cs typeface="Trebuchet MS"/>
                <a:sym typeface="Trebuchet MS"/>
              </a:defRPr>
            </a:lvl8pPr>
            <a:lvl9pPr indent="0" lvl="8" marL="0" algn="l">
              <a:spcBef>
                <a:spcPts val="0"/>
              </a:spcBef>
              <a:buNone/>
              <a:defRPr sz="1000">
                <a:solidFill>
                  <a:srgbClr val="FFFFFF"/>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73" name="Google Shape;373;p59"/>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FFFFFF"/>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74" name="Google Shape;374;p59"/>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FFFFFF"/>
              </a:buClr>
              <a:buSzPts val="2000"/>
              <a:buNone/>
              <a:defRPr b="0" sz="20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75" name="Google Shape;375;p59"/>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FFFFFF"/>
              </a:buClr>
              <a:buSzPts val="1400"/>
              <a:buNone/>
              <a:defRPr b="0" sz="14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mongram_white.png" id="376" name="Google Shape;376;p59"/>
          <p:cNvPicPr preferRelativeResize="0"/>
          <p:nvPr/>
        </p:nvPicPr>
        <p:blipFill rotWithShape="1">
          <a:blip r:embed="rId2">
            <a:alphaModFix/>
          </a:blip>
          <a:srcRect b="0" l="0" r="0" t="0"/>
          <a:stretch/>
        </p:blipFill>
        <p:spPr>
          <a:xfrm>
            <a:off x="5764069" y="155806"/>
            <a:ext cx="3118401" cy="4797538"/>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p:cSld name="Title Slide Dark 3">
    <p:spTree>
      <p:nvGrpSpPr>
        <p:cNvPr id="377" name="Shape 377"/>
        <p:cNvGrpSpPr/>
        <p:nvPr/>
      </p:nvGrpSpPr>
      <p:grpSpPr>
        <a:xfrm>
          <a:off x="0" y="0"/>
          <a:ext cx="0" cy="0"/>
          <a:chOff x="0" y="0"/>
          <a:chExt cx="0" cy="0"/>
        </a:xfrm>
      </p:grpSpPr>
      <p:sp>
        <p:nvSpPr>
          <p:cNvPr id="378" name="Google Shape;378;p60"/>
          <p:cNvSpPr/>
          <p:nvPr/>
        </p:nvSpPr>
        <p:spPr>
          <a:xfrm>
            <a:off x="-1" y="1106853"/>
            <a:ext cx="9144000" cy="4036500"/>
          </a:xfrm>
          <a:prstGeom prst="rect">
            <a:avLst/>
          </a:prstGeom>
          <a:solidFill>
            <a:srgbClr val="002A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pic>
        <p:nvPicPr>
          <p:cNvPr descr="TWV_primary.png" id="379" name="Google Shape;379;p60"/>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380" name="Google Shape;380;p60"/>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81" name="Google Shape;381;p60"/>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382" name="Google Shape;382;p60"/>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3" name="Google Shape;383;p60"/>
          <p:cNvSpPr txBox="1"/>
          <p:nvPr>
            <p:ph idx="1" type="body"/>
          </p:nvPr>
        </p:nvSpPr>
        <p:spPr>
          <a:xfrm>
            <a:off x="799266" y="2568672"/>
            <a:ext cx="7682700" cy="4221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84" name="Google Shape;384;p60"/>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85" name="Google Shape;385;p60"/>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FFFFFF"/>
              </a:buClr>
              <a:buSzPts val="1600"/>
              <a:buNone/>
              <a:defRPr b="0" sz="16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Light">
  <p:cSld name="Title Slide Light 3">
    <p:spTree>
      <p:nvGrpSpPr>
        <p:cNvPr id="386" name="Shape 386"/>
        <p:cNvGrpSpPr/>
        <p:nvPr/>
      </p:nvGrpSpPr>
      <p:grpSpPr>
        <a:xfrm>
          <a:off x="0" y="0"/>
          <a:ext cx="0" cy="0"/>
          <a:chOff x="0" y="0"/>
          <a:chExt cx="0" cy="0"/>
        </a:xfrm>
      </p:grpSpPr>
      <p:pic>
        <p:nvPicPr>
          <p:cNvPr descr="TWV_primary.png" id="387" name="Google Shape;387;p61"/>
          <p:cNvPicPr preferRelativeResize="0"/>
          <p:nvPr/>
        </p:nvPicPr>
        <p:blipFill rotWithShape="1">
          <a:blip r:embed="rId2">
            <a:alphaModFix/>
          </a:blip>
          <a:srcRect b="0" l="0" r="0" t="0"/>
          <a:stretch/>
        </p:blipFill>
        <p:spPr>
          <a:xfrm>
            <a:off x="905434" y="264031"/>
            <a:ext cx="2422328" cy="600107"/>
          </a:xfrm>
          <a:prstGeom prst="rect">
            <a:avLst/>
          </a:prstGeom>
          <a:noFill/>
          <a:ln>
            <a:noFill/>
          </a:ln>
        </p:spPr>
      </p:pic>
      <p:sp>
        <p:nvSpPr>
          <p:cNvPr id="388" name="Google Shape;388;p61"/>
          <p:cNvSpPr txBox="1"/>
          <p:nvPr/>
        </p:nvSpPr>
        <p:spPr>
          <a:xfrm>
            <a:off x="823121" y="4712722"/>
            <a:ext cx="7863600" cy="18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63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389" name="Google Shape;389;p61"/>
          <p:cNvSpPr/>
          <p:nvPr/>
        </p:nvSpPr>
        <p:spPr>
          <a:xfrm>
            <a:off x="0" y="1106853"/>
            <a:ext cx="9144000" cy="1377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sp>
        <p:nvSpPr>
          <p:cNvPr id="390" name="Google Shape;390;p61"/>
          <p:cNvSpPr txBox="1"/>
          <p:nvPr>
            <p:ph type="title"/>
          </p:nvPr>
        </p:nvSpPr>
        <p:spPr>
          <a:xfrm>
            <a:off x="799266" y="1714028"/>
            <a:ext cx="76827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5400"/>
              <a:buFont typeface="Trebuchet MS"/>
              <a:buNone/>
              <a:defRPr sz="54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61"/>
          <p:cNvSpPr txBox="1"/>
          <p:nvPr>
            <p:ph idx="1" type="body"/>
          </p:nvPr>
        </p:nvSpPr>
        <p:spPr>
          <a:xfrm>
            <a:off x="799266" y="2568671"/>
            <a:ext cx="7682700" cy="3852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6BA539"/>
              </a:buClr>
              <a:buSzPts val="2400"/>
              <a:buNone/>
              <a:defRPr b="0" sz="24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2" name="Google Shape;392;p61"/>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393" name="Google Shape;393;p61"/>
          <p:cNvSpPr txBox="1"/>
          <p:nvPr>
            <p:ph idx="2" type="body"/>
          </p:nvPr>
        </p:nvSpPr>
        <p:spPr>
          <a:xfrm>
            <a:off x="799266" y="2990809"/>
            <a:ext cx="7682700" cy="594900"/>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rgbClr val="002A3A"/>
              </a:buClr>
              <a:buSzPts val="1600"/>
              <a:buNone/>
              <a:defRPr b="0" sz="16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Green 1">
  <p:cSld name="Accent Slide Green 1 2">
    <p:spTree>
      <p:nvGrpSpPr>
        <p:cNvPr id="394" name="Shape 394"/>
        <p:cNvGrpSpPr/>
        <p:nvPr/>
      </p:nvGrpSpPr>
      <p:grpSpPr>
        <a:xfrm>
          <a:off x="0" y="0"/>
          <a:ext cx="0" cy="0"/>
          <a:chOff x="0" y="0"/>
          <a:chExt cx="0" cy="0"/>
        </a:xfrm>
      </p:grpSpPr>
      <p:pic>
        <p:nvPicPr>
          <p:cNvPr descr="pic1.jpg" id="395" name="Google Shape;395;p62"/>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396" name="Google Shape;396;p62"/>
          <p:cNvSpPr/>
          <p:nvPr/>
        </p:nvSpPr>
        <p:spPr>
          <a:xfrm>
            <a:off x="-1" y="1"/>
            <a:ext cx="9144000" cy="5143500"/>
          </a:xfrm>
          <a:prstGeom prst="rect">
            <a:avLst/>
          </a:prstGeom>
          <a:solidFill>
            <a:srgbClr val="6BA539">
              <a:alpha val="8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397" name="Google Shape;397;p62"/>
          <p:cNvGrpSpPr/>
          <p:nvPr/>
        </p:nvGrpSpPr>
        <p:grpSpPr>
          <a:xfrm>
            <a:off x="907665" y="4528969"/>
            <a:ext cx="7459661" cy="349828"/>
            <a:chOff x="1395285" y="4528969"/>
            <a:chExt cx="7459661" cy="349828"/>
          </a:xfrm>
        </p:grpSpPr>
        <p:sp>
          <p:nvSpPr>
            <p:cNvPr id="398" name="Google Shape;398;p62"/>
            <p:cNvSpPr txBox="1"/>
            <p:nvPr/>
          </p:nvSpPr>
          <p:spPr>
            <a:xfrm>
              <a:off x="1395285" y="4619244"/>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SV_white.png" id="399" name="Google Shape;399;p62"/>
            <p:cNvPicPr preferRelativeResize="0"/>
            <p:nvPr/>
          </p:nvPicPr>
          <p:blipFill rotWithShape="1">
            <a:blip r:embed="rId3">
              <a:alphaModFix/>
            </a:blip>
            <a:srcRect b="0" l="0" r="0" t="0"/>
            <a:stretch/>
          </p:blipFill>
          <p:spPr>
            <a:xfrm>
              <a:off x="7442866" y="4528969"/>
              <a:ext cx="1412080" cy="349828"/>
            </a:xfrm>
            <a:prstGeom prst="rect">
              <a:avLst/>
            </a:prstGeom>
            <a:noFill/>
            <a:ln>
              <a:noFill/>
            </a:ln>
          </p:spPr>
        </p:pic>
      </p:grpSp>
      <p:sp>
        <p:nvSpPr>
          <p:cNvPr id="400" name="Google Shape;400;p62"/>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62"/>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chemeClr val="lt1"/>
                </a:solidFill>
                <a:latin typeface="Trebuchet MS"/>
                <a:ea typeface="Trebuchet MS"/>
                <a:cs typeface="Trebuchet MS"/>
                <a:sym typeface="Trebuchet MS"/>
              </a:defRPr>
            </a:lvl1pPr>
            <a:lvl2pPr indent="0" lvl="1" marL="0" algn="l">
              <a:spcBef>
                <a:spcPts val="0"/>
              </a:spcBef>
              <a:buNone/>
              <a:defRPr sz="1000">
                <a:solidFill>
                  <a:schemeClr val="lt1"/>
                </a:solidFill>
                <a:latin typeface="Trebuchet MS"/>
                <a:ea typeface="Trebuchet MS"/>
                <a:cs typeface="Trebuchet MS"/>
                <a:sym typeface="Trebuchet MS"/>
              </a:defRPr>
            </a:lvl2pPr>
            <a:lvl3pPr indent="0" lvl="2" marL="0" algn="l">
              <a:spcBef>
                <a:spcPts val="0"/>
              </a:spcBef>
              <a:buNone/>
              <a:defRPr sz="1000">
                <a:solidFill>
                  <a:schemeClr val="lt1"/>
                </a:solidFill>
                <a:latin typeface="Trebuchet MS"/>
                <a:ea typeface="Trebuchet MS"/>
                <a:cs typeface="Trebuchet MS"/>
                <a:sym typeface="Trebuchet MS"/>
              </a:defRPr>
            </a:lvl3pPr>
            <a:lvl4pPr indent="0" lvl="3" marL="0" algn="l">
              <a:spcBef>
                <a:spcPts val="0"/>
              </a:spcBef>
              <a:buNone/>
              <a:defRPr sz="1000">
                <a:solidFill>
                  <a:schemeClr val="lt1"/>
                </a:solidFill>
                <a:latin typeface="Trebuchet MS"/>
                <a:ea typeface="Trebuchet MS"/>
                <a:cs typeface="Trebuchet MS"/>
                <a:sym typeface="Trebuchet MS"/>
              </a:defRPr>
            </a:lvl4pPr>
            <a:lvl5pPr indent="0" lvl="4" marL="0" algn="l">
              <a:spcBef>
                <a:spcPts val="0"/>
              </a:spcBef>
              <a:buNone/>
              <a:defRPr sz="1000">
                <a:solidFill>
                  <a:schemeClr val="lt1"/>
                </a:solidFill>
                <a:latin typeface="Trebuchet MS"/>
                <a:ea typeface="Trebuchet MS"/>
                <a:cs typeface="Trebuchet MS"/>
                <a:sym typeface="Trebuchet MS"/>
              </a:defRPr>
            </a:lvl5pPr>
            <a:lvl6pPr indent="0" lvl="5" marL="0" algn="l">
              <a:spcBef>
                <a:spcPts val="0"/>
              </a:spcBef>
              <a:buNone/>
              <a:defRPr sz="1000">
                <a:solidFill>
                  <a:schemeClr val="lt1"/>
                </a:solidFill>
                <a:latin typeface="Trebuchet MS"/>
                <a:ea typeface="Trebuchet MS"/>
                <a:cs typeface="Trebuchet MS"/>
                <a:sym typeface="Trebuchet MS"/>
              </a:defRPr>
            </a:lvl6pPr>
            <a:lvl7pPr indent="0" lvl="6" marL="0" algn="l">
              <a:spcBef>
                <a:spcPts val="0"/>
              </a:spcBef>
              <a:buNone/>
              <a:defRPr sz="1000">
                <a:solidFill>
                  <a:schemeClr val="lt1"/>
                </a:solidFill>
                <a:latin typeface="Trebuchet MS"/>
                <a:ea typeface="Trebuchet MS"/>
                <a:cs typeface="Trebuchet MS"/>
                <a:sym typeface="Trebuchet MS"/>
              </a:defRPr>
            </a:lvl7pPr>
            <a:lvl8pPr indent="0" lvl="7" marL="0" algn="l">
              <a:spcBef>
                <a:spcPts val="0"/>
              </a:spcBef>
              <a:buNone/>
              <a:defRPr sz="1000">
                <a:solidFill>
                  <a:schemeClr val="lt1"/>
                </a:solidFill>
                <a:latin typeface="Trebuchet MS"/>
                <a:ea typeface="Trebuchet MS"/>
                <a:cs typeface="Trebuchet MS"/>
                <a:sym typeface="Trebuchet MS"/>
              </a:defRPr>
            </a:lvl8pPr>
            <a:lvl9pPr indent="0" lvl="8" marL="0" algn="l">
              <a:spcBef>
                <a:spcPts val="0"/>
              </a:spcBef>
              <a:buNone/>
              <a:defRPr sz="1000">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Green 2">
  <p:cSld name="Accent Slide Green 2 2">
    <p:spTree>
      <p:nvGrpSpPr>
        <p:cNvPr id="402" name="Shape 402"/>
        <p:cNvGrpSpPr/>
        <p:nvPr/>
      </p:nvGrpSpPr>
      <p:grpSpPr>
        <a:xfrm>
          <a:off x="0" y="0"/>
          <a:ext cx="0" cy="0"/>
          <a:chOff x="0" y="0"/>
          <a:chExt cx="0" cy="0"/>
        </a:xfrm>
      </p:grpSpPr>
      <p:pic>
        <p:nvPicPr>
          <p:cNvPr id="403" name="Google Shape;403;p63"/>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404" name="Google Shape;404;p63"/>
          <p:cNvSpPr/>
          <p:nvPr/>
        </p:nvSpPr>
        <p:spPr>
          <a:xfrm>
            <a:off x="-1" y="1"/>
            <a:ext cx="9144000" cy="5143500"/>
          </a:xfrm>
          <a:prstGeom prst="rect">
            <a:avLst/>
          </a:prstGeom>
          <a:solidFill>
            <a:srgbClr val="6BA539">
              <a:alpha val="8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405" name="Google Shape;405;p63"/>
          <p:cNvGrpSpPr/>
          <p:nvPr/>
        </p:nvGrpSpPr>
        <p:grpSpPr>
          <a:xfrm>
            <a:off x="907665" y="4528969"/>
            <a:ext cx="7459661" cy="349828"/>
            <a:chOff x="1395285" y="4528969"/>
            <a:chExt cx="7459661" cy="349828"/>
          </a:xfrm>
        </p:grpSpPr>
        <p:sp>
          <p:nvSpPr>
            <p:cNvPr id="406" name="Google Shape;406;p63"/>
            <p:cNvSpPr txBox="1"/>
            <p:nvPr/>
          </p:nvSpPr>
          <p:spPr>
            <a:xfrm>
              <a:off x="1395285" y="4619244"/>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SV_white.png" id="407" name="Google Shape;407;p63"/>
            <p:cNvPicPr preferRelativeResize="0"/>
            <p:nvPr/>
          </p:nvPicPr>
          <p:blipFill rotWithShape="1">
            <a:blip r:embed="rId3">
              <a:alphaModFix/>
            </a:blip>
            <a:srcRect b="0" l="0" r="0" t="0"/>
            <a:stretch/>
          </p:blipFill>
          <p:spPr>
            <a:xfrm>
              <a:off x="7442866" y="4528969"/>
              <a:ext cx="1412080" cy="349828"/>
            </a:xfrm>
            <a:prstGeom prst="rect">
              <a:avLst/>
            </a:prstGeom>
            <a:noFill/>
            <a:ln>
              <a:noFill/>
            </a:ln>
          </p:spPr>
        </p:pic>
      </p:grpSp>
      <p:sp>
        <p:nvSpPr>
          <p:cNvPr id="408" name="Google Shape;408;p63"/>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63"/>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chemeClr val="lt1"/>
                </a:solidFill>
                <a:latin typeface="Trebuchet MS"/>
                <a:ea typeface="Trebuchet MS"/>
                <a:cs typeface="Trebuchet MS"/>
                <a:sym typeface="Trebuchet MS"/>
              </a:defRPr>
            </a:lvl1pPr>
            <a:lvl2pPr indent="0" lvl="1" marL="0" algn="l">
              <a:spcBef>
                <a:spcPts val="0"/>
              </a:spcBef>
              <a:buNone/>
              <a:defRPr sz="1000">
                <a:solidFill>
                  <a:schemeClr val="lt1"/>
                </a:solidFill>
                <a:latin typeface="Trebuchet MS"/>
                <a:ea typeface="Trebuchet MS"/>
                <a:cs typeface="Trebuchet MS"/>
                <a:sym typeface="Trebuchet MS"/>
              </a:defRPr>
            </a:lvl2pPr>
            <a:lvl3pPr indent="0" lvl="2" marL="0" algn="l">
              <a:spcBef>
                <a:spcPts val="0"/>
              </a:spcBef>
              <a:buNone/>
              <a:defRPr sz="1000">
                <a:solidFill>
                  <a:schemeClr val="lt1"/>
                </a:solidFill>
                <a:latin typeface="Trebuchet MS"/>
                <a:ea typeface="Trebuchet MS"/>
                <a:cs typeface="Trebuchet MS"/>
                <a:sym typeface="Trebuchet MS"/>
              </a:defRPr>
            </a:lvl3pPr>
            <a:lvl4pPr indent="0" lvl="3" marL="0" algn="l">
              <a:spcBef>
                <a:spcPts val="0"/>
              </a:spcBef>
              <a:buNone/>
              <a:defRPr sz="1000">
                <a:solidFill>
                  <a:schemeClr val="lt1"/>
                </a:solidFill>
                <a:latin typeface="Trebuchet MS"/>
                <a:ea typeface="Trebuchet MS"/>
                <a:cs typeface="Trebuchet MS"/>
                <a:sym typeface="Trebuchet MS"/>
              </a:defRPr>
            </a:lvl4pPr>
            <a:lvl5pPr indent="0" lvl="4" marL="0" algn="l">
              <a:spcBef>
                <a:spcPts val="0"/>
              </a:spcBef>
              <a:buNone/>
              <a:defRPr sz="1000">
                <a:solidFill>
                  <a:schemeClr val="lt1"/>
                </a:solidFill>
                <a:latin typeface="Trebuchet MS"/>
                <a:ea typeface="Trebuchet MS"/>
                <a:cs typeface="Trebuchet MS"/>
                <a:sym typeface="Trebuchet MS"/>
              </a:defRPr>
            </a:lvl5pPr>
            <a:lvl6pPr indent="0" lvl="5" marL="0" algn="l">
              <a:spcBef>
                <a:spcPts val="0"/>
              </a:spcBef>
              <a:buNone/>
              <a:defRPr sz="1000">
                <a:solidFill>
                  <a:schemeClr val="lt1"/>
                </a:solidFill>
                <a:latin typeface="Trebuchet MS"/>
                <a:ea typeface="Trebuchet MS"/>
                <a:cs typeface="Trebuchet MS"/>
                <a:sym typeface="Trebuchet MS"/>
              </a:defRPr>
            </a:lvl6pPr>
            <a:lvl7pPr indent="0" lvl="6" marL="0" algn="l">
              <a:spcBef>
                <a:spcPts val="0"/>
              </a:spcBef>
              <a:buNone/>
              <a:defRPr sz="1000">
                <a:solidFill>
                  <a:schemeClr val="lt1"/>
                </a:solidFill>
                <a:latin typeface="Trebuchet MS"/>
                <a:ea typeface="Trebuchet MS"/>
                <a:cs typeface="Trebuchet MS"/>
                <a:sym typeface="Trebuchet MS"/>
              </a:defRPr>
            </a:lvl7pPr>
            <a:lvl8pPr indent="0" lvl="7" marL="0" algn="l">
              <a:spcBef>
                <a:spcPts val="0"/>
              </a:spcBef>
              <a:buNone/>
              <a:defRPr sz="1000">
                <a:solidFill>
                  <a:schemeClr val="lt1"/>
                </a:solidFill>
                <a:latin typeface="Trebuchet MS"/>
                <a:ea typeface="Trebuchet MS"/>
                <a:cs typeface="Trebuchet MS"/>
                <a:sym typeface="Trebuchet MS"/>
              </a:defRPr>
            </a:lvl8pPr>
            <a:lvl9pPr indent="0" lvl="8" marL="0" algn="l">
              <a:spcBef>
                <a:spcPts val="0"/>
              </a:spcBef>
              <a:buNone/>
              <a:defRPr sz="1000">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Light 1">
  <p:cSld name="Accent Slide Light 1 2">
    <p:spTree>
      <p:nvGrpSpPr>
        <p:cNvPr id="410" name="Shape 410"/>
        <p:cNvGrpSpPr/>
        <p:nvPr/>
      </p:nvGrpSpPr>
      <p:grpSpPr>
        <a:xfrm>
          <a:off x="0" y="0"/>
          <a:ext cx="0" cy="0"/>
          <a:chOff x="0" y="0"/>
          <a:chExt cx="0" cy="0"/>
        </a:xfrm>
      </p:grpSpPr>
      <p:pic>
        <p:nvPicPr>
          <p:cNvPr descr="pic1.jpg" id="411" name="Google Shape;411;p64"/>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412" name="Google Shape;412;p64"/>
          <p:cNvSpPr/>
          <p:nvPr/>
        </p:nvSpPr>
        <p:spPr>
          <a:xfrm>
            <a:off x="-1" y="1"/>
            <a:ext cx="9144000" cy="5143500"/>
          </a:xfrm>
          <a:prstGeom prst="rect">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413" name="Google Shape;413;p64"/>
          <p:cNvGrpSpPr/>
          <p:nvPr/>
        </p:nvGrpSpPr>
        <p:grpSpPr>
          <a:xfrm>
            <a:off x="907667" y="4528969"/>
            <a:ext cx="7459659" cy="349828"/>
            <a:chOff x="784456" y="4564648"/>
            <a:chExt cx="7459659" cy="349828"/>
          </a:xfrm>
        </p:grpSpPr>
        <p:sp>
          <p:nvSpPr>
            <p:cNvPr id="414" name="Google Shape;414;p64"/>
            <p:cNvSpPr txBox="1"/>
            <p:nvPr/>
          </p:nvSpPr>
          <p:spPr>
            <a:xfrm>
              <a:off x="784456" y="4660561"/>
              <a:ext cx="6047700" cy="169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15" name="Google Shape;415;p64"/>
            <p:cNvPicPr preferRelativeResize="0"/>
            <p:nvPr/>
          </p:nvPicPr>
          <p:blipFill rotWithShape="1">
            <a:blip r:embed="rId3">
              <a:alphaModFix/>
            </a:blip>
            <a:srcRect b="0" l="0" r="0" t="0"/>
            <a:stretch/>
          </p:blipFill>
          <p:spPr>
            <a:xfrm>
              <a:off x="6832035" y="4564648"/>
              <a:ext cx="1412080" cy="349828"/>
            </a:xfrm>
            <a:prstGeom prst="rect">
              <a:avLst/>
            </a:prstGeom>
            <a:noFill/>
            <a:ln>
              <a:noFill/>
            </a:ln>
          </p:spPr>
        </p:pic>
      </p:grpSp>
      <p:sp>
        <p:nvSpPr>
          <p:cNvPr id="416" name="Google Shape;416;p64"/>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6BA539"/>
              </a:buClr>
              <a:buSzPts val="5400"/>
              <a:buFont typeface="Trebuchet MS"/>
              <a:buNone/>
              <a:defRPr sz="54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7" name="Google Shape;417;p64"/>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002A3A"/>
                </a:solidFill>
                <a:latin typeface="Trebuchet MS"/>
                <a:ea typeface="Trebuchet MS"/>
                <a:cs typeface="Trebuchet MS"/>
                <a:sym typeface="Trebuchet MS"/>
              </a:defRPr>
            </a:lvl1pPr>
            <a:lvl2pPr indent="0" lvl="1" marL="0" algn="l">
              <a:spcBef>
                <a:spcPts val="0"/>
              </a:spcBef>
              <a:buNone/>
              <a:defRPr sz="1000">
                <a:solidFill>
                  <a:srgbClr val="002A3A"/>
                </a:solidFill>
                <a:latin typeface="Trebuchet MS"/>
                <a:ea typeface="Trebuchet MS"/>
                <a:cs typeface="Trebuchet MS"/>
                <a:sym typeface="Trebuchet MS"/>
              </a:defRPr>
            </a:lvl2pPr>
            <a:lvl3pPr indent="0" lvl="2" marL="0" algn="l">
              <a:spcBef>
                <a:spcPts val="0"/>
              </a:spcBef>
              <a:buNone/>
              <a:defRPr sz="1000">
                <a:solidFill>
                  <a:srgbClr val="002A3A"/>
                </a:solidFill>
                <a:latin typeface="Trebuchet MS"/>
                <a:ea typeface="Trebuchet MS"/>
                <a:cs typeface="Trebuchet MS"/>
                <a:sym typeface="Trebuchet MS"/>
              </a:defRPr>
            </a:lvl3pPr>
            <a:lvl4pPr indent="0" lvl="3" marL="0" algn="l">
              <a:spcBef>
                <a:spcPts val="0"/>
              </a:spcBef>
              <a:buNone/>
              <a:defRPr sz="1000">
                <a:solidFill>
                  <a:srgbClr val="002A3A"/>
                </a:solidFill>
                <a:latin typeface="Trebuchet MS"/>
                <a:ea typeface="Trebuchet MS"/>
                <a:cs typeface="Trebuchet MS"/>
                <a:sym typeface="Trebuchet MS"/>
              </a:defRPr>
            </a:lvl4pPr>
            <a:lvl5pPr indent="0" lvl="4" marL="0" algn="l">
              <a:spcBef>
                <a:spcPts val="0"/>
              </a:spcBef>
              <a:buNone/>
              <a:defRPr sz="1000">
                <a:solidFill>
                  <a:srgbClr val="002A3A"/>
                </a:solidFill>
                <a:latin typeface="Trebuchet MS"/>
                <a:ea typeface="Trebuchet MS"/>
                <a:cs typeface="Trebuchet MS"/>
                <a:sym typeface="Trebuchet MS"/>
              </a:defRPr>
            </a:lvl5pPr>
            <a:lvl6pPr indent="0" lvl="5" marL="0" algn="l">
              <a:spcBef>
                <a:spcPts val="0"/>
              </a:spcBef>
              <a:buNone/>
              <a:defRPr sz="1000">
                <a:solidFill>
                  <a:srgbClr val="002A3A"/>
                </a:solidFill>
                <a:latin typeface="Trebuchet MS"/>
                <a:ea typeface="Trebuchet MS"/>
                <a:cs typeface="Trebuchet MS"/>
                <a:sym typeface="Trebuchet MS"/>
              </a:defRPr>
            </a:lvl6pPr>
            <a:lvl7pPr indent="0" lvl="6" marL="0" algn="l">
              <a:spcBef>
                <a:spcPts val="0"/>
              </a:spcBef>
              <a:buNone/>
              <a:defRPr sz="1000">
                <a:solidFill>
                  <a:srgbClr val="002A3A"/>
                </a:solidFill>
                <a:latin typeface="Trebuchet MS"/>
                <a:ea typeface="Trebuchet MS"/>
                <a:cs typeface="Trebuchet MS"/>
                <a:sym typeface="Trebuchet MS"/>
              </a:defRPr>
            </a:lvl7pPr>
            <a:lvl8pPr indent="0" lvl="7" marL="0" algn="l">
              <a:spcBef>
                <a:spcPts val="0"/>
              </a:spcBef>
              <a:buNone/>
              <a:defRPr sz="1000">
                <a:solidFill>
                  <a:srgbClr val="002A3A"/>
                </a:solidFill>
                <a:latin typeface="Trebuchet MS"/>
                <a:ea typeface="Trebuchet MS"/>
                <a:cs typeface="Trebuchet MS"/>
                <a:sym typeface="Trebuchet MS"/>
              </a:defRPr>
            </a:lvl8pPr>
            <a:lvl9pPr indent="0" lvl="8" marL="0" algn="l">
              <a:spcBef>
                <a:spcPts val="0"/>
              </a:spcBef>
              <a:buNone/>
              <a:defRPr sz="1000">
                <a:solidFill>
                  <a:srgbClr val="002A3A"/>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nt Slide Light 2">
  <p:cSld name="Accent Slide Light 2 2">
    <p:spTree>
      <p:nvGrpSpPr>
        <p:cNvPr id="418" name="Shape 418"/>
        <p:cNvGrpSpPr/>
        <p:nvPr/>
      </p:nvGrpSpPr>
      <p:grpSpPr>
        <a:xfrm>
          <a:off x="0" y="0"/>
          <a:ext cx="0" cy="0"/>
          <a:chOff x="0" y="0"/>
          <a:chExt cx="0" cy="0"/>
        </a:xfrm>
      </p:grpSpPr>
      <p:pic>
        <p:nvPicPr>
          <p:cNvPr id="419" name="Google Shape;419;p65"/>
          <p:cNvPicPr preferRelativeResize="0"/>
          <p:nvPr/>
        </p:nvPicPr>
        <p:blipFill rotWithShape="1">
          <a:blip r:embed="rId2">
            <a:alphaModFix/>
          </a:blip>
          <a:srcRect b="0" l="0" r="0" t="0"/>
          <a:stretch/>
        </p:blipFill>
        <p:spPr>
          <a:xfrm>
            <a:off x="0" y="0"/>
            <a:ext cx="9143998" cy="5143052"/>
          </a:xfrm>
          <a:prstGeom prst="rect">
            <a:avLst/>
          </a:prstGeom>
          <a:noFill/>
          <a:ln>
            <a:noFill/>
          </a:ln>
        </p:spPr>
      </p:pic>
      <p:sp>
        <p:nvSpPr>
          <p:cNvPr id="420" name="Google Shape;420;p65"/>
          <p:cNvSpPr/>
          <p:nvPr/>
        </p:nvSpPr>
        <p:spPr>
          <a:xfrm>
            <a:off x="0" y="0"/>
            <a:ext cx="9144000" cy="5143500"/>
          </a:xfrm>
          <a:prstGeom prst="rect">
            <a:avLst/>
          </a:prstGeom>
          <a:solidFill>
            <a:schemeClr val="lt1">
              <a:alpha val="6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421" name="Google Shape;421;p65"/>
          <p:cNvGrpSpPr/>
          <p:nvPr/>
        </p:nvGrpSpPr>
        <p:grpSpPr>
          <a:xfrm>
            <a:off x="907667" y="4528969"/>
            <a:ext cx="7459659" cy="349828"/>
            <a:chOff x="784456" y="4564648"/>
            <a:chExt cx="7459659" cy="349828"/>
          </a:xfrm>
        </p:grpSpPr>
        <p:sp>
          <p:nvSpPr>
            <p:cNvPr id="422" name="Google Shape;422;p65"/>
            <p:cNvSpPr txBox="1"/>
            <p:nvPr/>
          </p:nvSpPr>
          <p:spPr>
            <a:xfrm>
              <a:off x="784456" y="4660561"/>
              <a:ext cx="6047700" cy="169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23" name="Google Shape;423;p65"/>
            <p:cNvPicPr preferRelativeResize="0"/>
            <p:nvPr/>
          </p:nvPicPr>
          <p:blipFill rotWithShape="1">
            <a:blip r:embed="rId3">
              <a:alphaModFix/>
            </a:blip>
            <a:srcRect b="0" l="0" r="0" t="0"/>
            <a:stretch/>
          </p:blipFill>
          <p:spPr>
            <a:xfrm>
              <a:off x="6832035" y="4564648"/>
              <a:ext cx="1412080" cy="349828"/>
            </a:xfrm>
            <a:prstGeom prst="rect">
              <a:avLst/>
            </a:prstGeom>
            <a:noFill/>
            <a:ln>
              <a:noFill/>
            </a:ln>
          </p:spPr>
        </p:pic>
      </p:grpSp>
      <p:sp>
        <p:nvSpPr>
          <p:cNvPr id="424" name="Google Shape;424;p65"/>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6BA539"/>
              </a:buClr>
              <a:buSzPts val="5400"/>
              <a:buFont typeface="Trebuchet MS"/>
              <a:buNone/>
              <a:defRPr sz="54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65"/>
          <p:cNvSpPr txBox="1"/>
          <p:nvPr>
            <p:ph idx="12" type="sldNum"/>
          </p:nvPr>
        </p:nvSpPr>
        <p:spPr>
          <a:xfrm>
            <a:off x="339079" y="4581679"/>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002A3A"/>
                </a:solidFill>
                <a:latin typeface="Trebuchet MS"/>
                <a:ea typeface="Trebuchet MS"/>
                <a:cs typeface="Trebuchet MS"/>
                <a:sym typeface="Trebuchet MS"/>
              </a:defRPr>
            </a:lvl1pPr>
            <a:lvl2pPr indent="0" lvl="1" marL="0" algn="l">
              <a:spcBef>
                <a:spcPts val="0"/>
              </a:spcBef>
              <a:buNone/>
              <a:defRPr sz="1000">
                <a:solidFill>
                  <a:srgbClr val="002A3A"/>
                </a:solidFill>
                <a:latin typeface="Trebuchet MS"/>
                <a:ea typeface="Trebuchet MS"/>
                <a:cs typeface="Trebuchet MS"/>
                <a:sym typeface="Trebuchet MS"/>
              </a:defRPr>
            </a:lvl2pPr>
            <a:lvl3pPr indent="0" lvl="2" marL="0" algn="l">
              <a:spcBef>
                <a:spcPts val="0"/>
              </a:spcBef>
              <a:buNone/>
              <a:defRPr sz="1000">
                <a:solidFill>
                  <a:srgbClr val="002A3A"/>
                </a:solidFill>
                <a:latin typeface="Trebuchet MS"/>
                <a:ea typeface="Trebuchet MS"/>
                <a:cs typeface="Trebuchet MS"/>
                <a:sym typeface="Trebuchet MS"/>
              </a:defRPr>
            </a:lvl3pPr>
            <a:lvl4pPr indent="0" lvl="3" marL="0" algn="l">
              <a:spcBef>
                <a:spcPts val="0"/>
              </a:spcBef>
              <a:buNone/>
              <a:defRPr sz="1000">
                <a:solidFill>
                  <a:srgbClr val="002A3A"/>
                </a:solidFill>
                <a:latin typeface="Trebuchet MS"/>
                <a:ea typeface="Trebuchet MS"/>
                <a:cs typeface="Trebuchet MS"/>
                <a:sym typeface="Trebuchet MS"/>
              </a:defRPr>
            </a:lvl4pPr>
            <a:lvl5pPr indent="0" lvl="4" marL="0" algn="l">
              <a:spcBef>
                <a:spcPts val="0"/>
              </a:spcBef>
              <a:buNone/>
              <a:defRPr sz="1000">
                <a:solidFill>
                  <a:srgbClr val="002A3A"/>
                </a:solidFill>
                <a:latin typeface="Trebuchet MS"/>
                <a:ea typeface="Trebuchet MS"/>
                <a:cs typeface="Trebuchet MS"/>
                <a:sym typeface="Trebuchet MS"/>
              </a:defRPr>
            </a:lvl5pPr>
            <a:lvl6pPr indent="0" lvl="5" marL="0" algn="l">
              <a:spcBef>
                <a:spcPts val="0"/>
              </a:spcBef>
              <a:buNone/>
              <a:defRPr sz="1000">
                <a:solidFill>
                  <a:srgbClr val="002A3A"/>
                </a:solidFill>
                <a:latin typeface="Trebuchet MS"/>
                <a:ea typeface="Trebuchet MS"/>
                <a:cs typeface="Trebuchet MS"/>
                <a:sym typeface="Trebuchet MS"/>
              </a:defRPr>
            </a:lvl6pPr>
            <a:lvl7pPr indent="0" lvl="6" marL="0" algn="l">
              <a:spcBef>
                <a:spcPts val="0"/>
              </a:spcBef>
              <a:buNone/>
              <a:defRPr sz="1000">
                <a:solidFill>
                  <a:srgbClr val="002A3A"/>
                </a:solidFill>
                <a:latin typeface="Trebuchet MS"/>
                <a:ea typeface="Trebuchet MS"/>
                <a:cs typeface="Trebuchet MS"/>
                <a:sym typeface="Trebuchet MS"/>
              </a:defRPr>
            </a:lvl7pPr>
            <a:lvl8pPr indent="0" lvl="7" marL="0" algn="l">
              <a:spcBef>
                <a:spcPts val="0"/>
              </a:spcBef>
              <a:buNone/>
              <a:defRPr sz="1000">
                <a:solidFill>
                  <a:srgbClr val="002A3A"/>
                </a:solidFill>
                <a:latin typeface="Trebuchet MS"/>
                <a:ea typeface="Trebuchet MS"/>
                <a:cs typeface="Trebuchet MS"/>
                <a:sym typeface="Trebuchet MS"/>
              </a:defRPr>
            </a:lvl8pPr>
            <a:lvl9pPr indent="0" lvl="8" marL="0" algn="l">
              <a:spcBef>
                <a:spcPts val="0"/>
              </a:spcBef>
              <a:buNone/>
              <a:defRPr sz="1000">
                <a:solidFill>
                  <a:srgbClr val="002A3A"/>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Content">
  <p:cSld name="One Column Content 2">
    <p:spTree>
      <p:nvGrpSpPr>
        <p:cNvPr id="426" name="Shape 426"/>
        <p:cNvGrpSpPr/>
        <p:nvPr/>
      </p:nvGrpSpPr>
      <p:grpSpPr>
        <a:xfrm>
          <a:off x="0" y="0"/>
          <a:ext cx="0" cy="0"/>
          <a:chOff x="0" y="0"/>
          <a:chExt cx="0" cy="0"/>
        </a:xfrm>
      </p:grpSpPr>
      <p:sp>
        <p:nvSpPr>
          <p:cNvPr id="427" name="Google Shape;427;p66"/>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66"/>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29" name="Google Shape;429;p66"/>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30" name="Google Shape;430;p66"/>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431" name="Google Shape;431;p66"/>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
        <p:nvSpPr>
          <p:cNvPr id="432" name="Google Shape;432;p66"/>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Arial"/>
              <a:buChar char="•"/>
              <a:defRPr b="0" i="0" sz="1800">
                <a:latin typeface="Trebuchet MS"/>
                <a:ea typeface="Trebuchet MS"/>
                <a:cs typeface="Trebuchet MS"/>
                <a:sym typeface="Trebuchet MS"/>
              </a:defRPr>
            </a:lvl1pPr>
            <a:lvl2pPr indent="-330200" lvl="1" marL="914400" algn="l">
              <a:spcBef>
                <a:spcPts val="320"/>
              </a:spcBef>
              <a:spcAft>
                <a:spcPts val="0"/>
              </a:spcAft>
              <a:buClr>
                <a:schemeClr val="dk1"/>
              </a:buClr>
              <a:buSzPts val="1600"/>
              <a:buChar char="–"/>
              <a:defRPr b="0" i="0" sz="1600">
                <a:latin typeface="Trebuchet MS"/>
                <a:ea typeface="Trebuchet MS"/>
                <a:cs typeface="Trebuchet MS"/>
                <a:sym typeface="Trebuchet MS"/>
              </a:defRPr>
            </a:lvl2pPr>
            <a:lvl3pPr indent="-317500" lvl="2" marL="1371600" algn="l">
              <a:spcBef>
                <a:spcPts val="280"/>
              </a:spcBef>
              <a:spcAft>
                <a:spcPts val="0"/>
              </a:spcAft>
              <a:buClr>
                <a:schemeClr val="dk1"/>
              </a:buClr>
              <a:buSzPts val="1400"/>
              <a:buChar char="•"/>
              <a:defRPr b="0" i="0" sz="1400">
                <a:latin typeface="Trebuchet MS"/>
                <a:ea typeface="Trebuchet MS"/>
                <a:cs typeface="Trebuchet MS"/>
                <a:sym typeface="Trebuchet MS"/>
              </a:defRPr>
            </a:lvl3pPr>
            <a:lvl4pPr indent="-304800" lvl="3" marL="1828800" algn="l">
              <a:spcBef>
                <a:spcPts val="240"/>
              </a:spcBef>
              <a:spcAft>
                <a:spcPts val="0"/>
              </a:spcAft>
              <a:buClr>
                <a:schemeClr val="dk1"/>
              </a:buClr>
              <a:buSzPts val="1200"/>
              <a:buChar char="–"/>
              <a:defRPr b="0" i="0" sz="1200">
                <a:latin typeface="Trebuchet MS"/>
                <a:ea typeface="Trebuchet MS"/>
                <a:cs typeface="Trebuchet MS"/>
                <a:sym typeface="Trebuchet MS"/>
              </a:defRPr>
            </a:lvl4pPr>
            <a:lvl5pPr indent="-304800" lvl="4" marL="2286000" algn="l">
              <a:spcBef>
                <a:spcPts val="240"/>
              </a:spcBef>
              <a:spcAft>
                <a:spcPts val="0"/>
              </a:spcAft>
              <a:buClr>
                <a:schemeClr val="dk1"/>
              </a:buClr>
              <a:buSzPts val="1200"/>
              <a:buChar char="»"/>
              <a:defRPr b="0" i="0" sz="1200">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Two Column Content 2">
    <p:spTree>
      <p:nvGrpSpPr>
        <p:cNvPr id="433" name="Shape 433"/>
        <p:cNvGrpSpPr/>
        <p:nvPr/>
      </p:nvGrpSpPr>
      <p:grpSpPr>
        <a:xfrm>
          <a:off x="0" y="0"/>
          <a:ext cx="0" cy="0"/>
          <a:chOff x="0" y="0"/>
          <a:chExt cx="0" cy="0"/>
        </a:xfrm>
      </p:grpSpPr>
      <p:sp>
        <p:nvSpPr>
          <p:cNvPr id="434" name="Google Shape;434;p67"/>
          <p:cNvSpPr txBox="1"/>
          <p:nvPr>
            <p:ph idx="1" type="body"/>
          </p:nvPr>
        </p:nvSpPr>
        <p:spPr>
          <a:xfrm>
            <a:off x="799266" y="1139994"/>
            <a:ext cx="7682700" cy="3100800"/>
          </a:xfrm>
          <a:prstGeom prst="rect">
            <a:avLst/>
          </a:prstGeom>
          <a:noFill/>
          <a:ln>
            <a:noFill/>
          </a:ln>
        </p:spPr>
        <p:txBody>
          <a:bodyPr anchorCtr="0" anchor="t" bIns="45700" lIns="91425" spcFirstLastPara="1" rIns="91425" wrap="square" tIns="45700">
            <a:normAutofit/>
          </a:bodyPr>
          <a:lstStyle>
            <a:lvl1pPr indent="-317500" lvl="0" marL="457200" algn="l">
              <a:spcBef>
                <a:spcPts val="280"/>
              </a:spcBef>
              <a:spcAft>
                <a:spcPts val="0"/>
              </a:spcAft>
              <a:buClr>
                <a:schemeClr val="dk1"/>
              </a:buClr>
              <a:buSzPts val="1400"/>
              <a:buFont typeface="Arial"/>
              <a:buChar char="•"/>
              <a:defRPr b="0" i="0" sz="1400">
                <a:latin typeface="Trebuchet MS"/>
                <a:ea typeface="Trebuchet MS"/>
                <a:cs typeface="Trebuchet MS"/>
                <a:sym typeface="Trebuchet MS"/>
              </a:defRPr>
            </a:lvl1pPr>
            <a:lvl2pPr indent="-304800" lvl="1" marL="914400" algn="l">
              <a:spcBef>
                <a:spcPts val="240"/>
              </a:spcBef>
              <a:spcAft>
                <a:spcPts val="0"/>
              </a:spcAft>
              <a:buClr>
                <a:schemeClr val="dk1"/>
              </a:buClr>
              <a:buSzPts val="1200"/>
              <a:buChar char="–"/>
              <a:defRPr b="0" i="0" sz="1200">
                <a:latin typeface="Trebuchet MS"/>
                <a:ea typeface="Trebuchet MS"/>
                <a:cs typeface="Trebuchet MS"/>
                <a:sym typeface="Trebuchet MS"/>
              </a:defRPr>
            </a:lvl2pPr>
            <a:lvl3pPr indent="-298450" lvl="2" marL="1371600" algn="l">
              <a:spcBef>
                <a:spcPts val="220"/>
              </a:spcBef>
              <a:spcAft>
                <a:spcPts val="0"/>
              </a:spcAft>
              <a:buClr>
                <a:schemeClr val="dk1"/>
              </a:buClr>
              <a:buSzPts val="1100"/>
              <a:buChar char="•"/>
              <a:defRPr b="0" i="0" sz="1100">
                <a:latin typeface="Trebuchet MS"/>
                <a:ea typeface="Trebuchet MS"/>
                <a:cs typeface="Trebuchet MS"/>
                <a:sym typeface="Trebuchet MS"/>
              </a:defRPr>
            </a:lvl3pPr>
            <a:lvl4pPr indent="-295275" lvl="3" marL="1828800" algn="l">
              <a:spcBef>
                <a:spcPts val="210"/>
              </a:spcBef>
              <a:spcAft>
                <a:spcPts val="0"/>
              </a:spcAft>
              <a:buClr>
                <a:schemeClr val="dk1"/>
              </a:buClr>
              <a:buSzPts val="1050"/>
              <a:buChar char="–"/>
              <a:defRPr b="0" i="0" sz="1050">
                <a:latin typeface="Trebuchet MS"/>
                <a:ea typeface="Trebuchet MS"/>
                <a:cs typeface="Trebuchet MS"/>
                <a:sym typeface="Trebuchet MS"/>
              </a:defRPr>
            </a:lvl4pPr>
            <a:lvl5pPr indent="-295275" lvl="4" marL="2286000" algn="l">
              <a:spcBef>
                <a:spcPts val="210"/>
              </a:spcBef>
              <a:spcAft>
                <a:spcPts val="0"/>
              </a:spcAft>
              <a:buClr>
                <a:schemeClr val="dk1"/>
              </a:buClr>
              <a:buSzPts val="1050"/>
              <a:buChar char="»"/>
              <a:defRPr b="0" i="0" sz="1050">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5" name="Google Shape;435;p67"/>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6" name="Google Shape;436;p67"/>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37" name="Google Shape;437;p67"/>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38" name="Google Shape;438;p67"/>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439" name="Google Shape;439;p67"/>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Content">
  <p:cSld name="Three Column Content 2">
    <p:spTree>
      <p:nvGrpSpPr>
        <p:cNvPr id="440" name="Shape 440"/>
        <p:cNvGrpSpPr/>
        <p:nvPr/>
      </p:nvGrpSpPr>
      <p:grpSpPr>
        <a:xfrm>
          <a:off x="0" y="0"/>
          <a:ext cx="0" cy="0"/>
          <a:chOff x="0" y="0"/>
          <a:chExt cx="0" cy="0"/>
        </a:xfrm>
      </p:grpSpPr>
      <p:sp>
        <p:nvSpPr>
          <p:cNvPr id="441" name="Google Shape;441;p68"/>
          <p:cNvSpPr txBox="1"/>
          <p:nvPr>
            <p:ph idx="1" type="body"/>
          </p:nvPr>
        </p:nvSpPr>
        <p:spPr>
          <a:xfrm>
            <a:off x="799266" y="1139993"/>
            <a:ext cx="7682700" cy="3100800"/>
          </a:xfrm>
          <a:prstGeom prst="rect">
            <a:avLst/>
          </a:prstGeom>
          <a:noFill/>
          <a:ln>
            <a:noFill/>
          </a:ln>
        </p:spPr>
        <p:txBody>
          <a:bodyPr anchorCtr="0" anchor="t" bIns="45700" lIns="91425" spcFirstLastPara="1" rIns="91425" wrap="square" tIns="45700">
            <a:normAutofit/>
          </a:bodyPr>
          <a:lstStyle>
            <a:lvl1pPr indent="-298450" lvl="0" marL="457200" algn="l">
              <a:spcBef>
                <a:spcPts val="220"/>
              </a:spcBef>
              <a:spcAft>
                <a:spcPts val="0"/>
              </a:spcAft>
              <a:buClr>
                <a:schemeClr val="dk1"/>
              </a:buClr>
              <a:buSzPts val="1100"/>
              <a:buFont typeface="Arial"/>
              <a:buChar char="•"/>
              <a:defRPr b="0" i="0" sz="1100">
                <a:latin typeface="Trebuchet MS"/>
                <a:ea typeface="Trebuchet MS"/>
                <a:cs typeface="Trebuchet MS"/>
                <a:sym typeface="Trebuchet MS"/>
              </a:defRPr>
            </a:lvl1pPr>
            <a:lvl2pPr indent="-295275" lvl="1" marL="914400" algn="l">
              <a:spcBef>
                <a:spcPts val="210"/>
              </a:spcBef>
              <a:spcAft>
                <a:spcPts val="0"/>
              </a:spcAft>
              <a:buClr>
                <a:schemeClr val="dk1"/>
              </a:buClr>
              <a:buSzPts val="1050"/>
              <a:buChar char="–"/>
              <a:defRPr b="0" i="0" sz="1050">
                <a:latin typeface="Trebuchet MS"/>
                <a:ea typeface="Trebuchet MS"/>
                <a:cs typeface="Trebuchet MS"/>
                <a:sym typeface="Trebuchet MS"/>
              </a:defRPr>
            </a:lvl2pPr>
            <a:lvl3pPr indent="-292100" lvl="2" marL="1371600" algn="l">
              <a:spcBef>
                <a:spcPts val="200"/>
              </a:spcBef>
              <a:spcAft>
                <a:spcPts val="0"/>
              </a:spcAft>
              <a:buClr>
                <a:schemeClr val="dk1"/>
              </a:buClr>
              <a:buSzPts val="1000"/>
              <a:buChar char="•"/>
              <a:defRPr b="0" i="0" sz="1000">
                <a:latin typeface="Trebuchet MS"/>
                <a:ea typeface="Trebuchet MS"/>
                <a:cs typeface="Trebuchet MS"/>
                <a:sym typeface="Trebuchet MS"/>
              </a:defRPr>
            </a:lvl3pPr>
            <a:lvl4pPr indent="-285750" lvl="3" marL="1828800" algn="l">
              <a:spcBef>
                <a:spcPts val="180"/>
              </a:spcBef>
              <a:spcAft>
                <a:spcPts val="0"/>
              </a:spcAft>
              <a:buClr>
                <a:schemeClr val="dk1"/>
              </a:buClr>
              <a:buSzPts val="900"/>
              <a:buChar char="–"/>
              <a:defRPr b="0" i="0" sz="900">
                <a:latin typeface="Trebuchet MS"/>
                <a:ea typeface="Trebuchet MS"/>
                <a:cs typeface="Trebuchet MS"/>
                <a:sym typeface="Trebuchet MS"/>
              </a:defRPr>
            </a:lvl4pPr>
            <a:lvl5pPr indent="-285750" lvl="4" marL="2286000" algn="l">
              <a:spcBef>
                <a:spcPts val="180"/>
              </a:spcBef>
              <a:spcAft>
                <a:spcPts val="0"/>
              </a:spcAft>
              <a:buClr>
                <a:schemeClr val="dk1"/>
              </a:buClr>
              <a:buSzPts val="900"/>
              <a:buChar char="»"/>
              <a:defRPr b="0" i="0" sz="900">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2" name="Google Shape;442;p68"/>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3" name="Google Shape;443;p68"/>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44" name="Google Shape;444;p68"/>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45" name="Google Shape;445;p68"/>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446" name="Google Shape;446;p68"/>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Content">
  <p:cSld name="Three Column Content 3">
    <p:spTree>
      <p:nvGrpSpPr>
        <p:cNvPr id="447" name="Shape 447"/>
        <p:cNvGrpSpPr/>
        <p:nvPr/>
      </p:nvGrpSpPr>
      <p:grpSpPr>
        <a:xfrm>
          <a:off x="0" y="0"/>
          <a:ext cx="0" cy="0"/>
          <a:chOff x="0" y="0"/>
          <a:chExt cx="0" cy="0"/>
        </a:xfrm>
      </p:grpSpPr>
      <p:sp>
        <p:nvSpPr>
          <p:cNvPr id="448" name="Google Shape;448;p69"/>
          <p:cNvSpPr txBox="1"/>
          <p:nvPr>
            <p:ph idx="1" type="body"/>
          </p:nvPr>
        </p:nvSpPr>
        <p:spPr>
          <a:xfrm>
            <a:off x="799266" y="1139993"/>
            <a:ext cx="7682700" cy="3100800"/>
          </a:xfrm>
          <a:prstGeom prst="rect">
            <a:avLst/>
          </a:prstGeom>
          <a:noFill/>
          <a:ln>
            <a:noFill/>
          </a:ln>
        </p:spPr>
        <p:txBody>
          <a:bodyPr anchorCtr="0" anchor="t" bIns="45700" lIns="91425" spcFirstLastPara="1" rIns="91425" wrap="square" tIns="45700">
            <a:normAutofit/>
          </a:bodyPr>
          <a:lstStyle>
            <a:lvl1pPr indent="-298450" lvl="0" marL="457200" algn="l">
              <a:spcBef>
                <a:spcPts val="220"/>
              </a:spcBef>
              <a:spcAft>
                <a:spcPts val="0"/>
              </a:spcAft>
              <a:buClr>
                <a:schemeClr val="dk1"/>
              </a:buClr>
              <a:buSzPts val="1100"/>
              <a:buFont typeface="Arial"/>
              <a:buChar char="•"/>
              <a:defRPr b="0" i="0" sz="1100">
                <a:latin typeface="Trebuchet MS"/>
                <a:ea typeface="Trebuchet MS"/>
                <a:cs typeface="Trebuchet MS"/>
                <a:sym typeface="Trebuchet MS"/>
              </a:defRPr>
            </a:lvl1pPr>
            <a:lvl2pPr indent="-295275" lvl="1" marL="914400" algn="l">
              <a:spcBef>
                <a:spcPts val="210"/>
              </a:spcBef>
              <a:spcAft>
                <a:spcPts val="0"/>
              </a:spcAft>
              <a:buClr>
                <a:schemeClr val="dk1"/>
              </a:buClr>
              <a:buSzPts val="1050"/>
              <a:buChar char="–"/>
              <a:defRPr b="0" i="0" sz="1050">
                <a:latin typeface="Trebuchet MS"/>
                <a:ea typeface="Trebuchet MS"/>
                <a:cs typeface="Trebuchet MS"/>
                <a:sym typeface="Trebuchet MS"/>
              </a:defRPr>
            </a:lvl2pPr>
            <a:lvl3pPr indent="-292100" lvl="2" marL="1371600" algn="l">
              <a:spcBef>
                <a:spcPts val="200"/>
              </a:spcBef>
              <a:spcAft>
                <a:spcPts val="0"/>
              </a:spcAft>
              <a:buClr>
                <a:schemeClr val="dk1"/>
              </a:buClr>
              <a:buSzPts val="1000"/>
              <a:buChar char="•"/>
              <a:defRPr b="0" i="0" sz="1000">
                <a:latin typeface="Trebuchet MS"/>
                <a:ea typeface="Trebuchet MS"/>
                <a:cs typeface="Trebuchet MS"/>
                <a:sym typeface="Trebuchet MS"/>
              </a:defRPr>
            </a:lvl3pPr>
            <a:lvl4pPr indent="-285750" lvl="3" marL="1828800" algn="l">
              <a:spcBef>
                <a:spcPts val="180"/>
              </a:spcBef>
              <a:spcAft>
                <a:spcPts val="0"/>
              </a:spcAft>
              <a:buClr>
                <a:schemeClr val="dk1"/>
              </a:buClr>
              <a:buSzPts val="900"/>
              <a:buChar char="–"/>
              <a:defRPr b="0" i="0" sz="900">
                <a:latin typeface="Trebuchet MS"/>
                <a:ea typeface="Trebuchet MS"/>
                <a:cs typeface="Trebuchet MS"/>
                <a:sym typeface="Trebuchet MS"/>
              </a:defRPr>
            </a:lvl4pPr>
            <a:lvl5pPr indent="-285750" lvl="4" marL="2286000" algn="l">
              <a:spcBef>
                <a:spcPts val="180"/>
              </a:spcBef>
              <a:spcAft>
                <a:spcPts val="0"/>
              </a:spcAft>
              <a:buClr>
                <a:schemeClr val="dk1"/>
              </a:buClr>
              <a:buSzPts val="900"/>
              <a:buChar char="»"/>
              <a:defRPr b="0" i="0" sz="900">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9" name="Google Shape;449;p69"/>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0" name="Google Shape;450;p69"/>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51" name="Google Shape;451;p69"/>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52" name="Google Shape;452;p69"/>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453" name="Google Shape;453;p69"/>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3">
    <p:spTree>
      <p:nvGrpSpPr>
        <p:cNvPr id="454" name="Shape 454"/>
        <p:cNvGrpSpPr/>
        <p:nvPr/>
      </p:nvGrpSpPr>
      <p:grpSpPr>
        <a:xfrm>
          <a:off x="0" y="0"/>
          <a:ext cx="0" cy="0"/>
          <a:chOff x="0" y="0"/>
          <a:chExt cx="0" cy="0"/>
        </a:xfrm>
      </p:grpSpPr>
      <p:sp>
        <p:nvSpPr>
          <p:cNvPr id="455" name="Google Shape;455;p70"/>
          <p:cNvSpPr txBox="1"/>
          <p:nvPr>
            <p:ph idx="1" type="body"/>
          </p:nvPr>
        </p:nvSpPr>
        <p:spPr>
          <a:xfrm>
            <a:off x="799266" y="1139994"/>
            <a:ext cx="7682700" cy="3020400"/>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1pPr>
            <a:lvl2pPr indent="-355600" lvl="1" marL="914400" algn="l">
              <a:spcBef>
                <a:spcPts val="400"/>
              </a:spcBef>
              <a:spcAft>
                <a:spcPts val="0"/>
              </a:spcAft>
              <a:buClr>
                <a:srgbClr val="002A3A"/>
              </a:buClr>
              <a:buSzPts val="2000"/>
              <a:buChar char="–"/>
              <a:defRPr sz="2000">
                <a:solidFill>
                  <a:srgbClr val="002A3A"/>
                </a:solidFill>
                <a:latin typeface="Trebuchet MS"/>
                <a:ea typeface="Trebuchet MS"/>
                <a:cs typeface="Trebuchet MS"/>
                <a:sym typeface="Trebuchet MS"/>
              </a:defRPr>
            </a:lvl2pPr>
            <a:lvl3pPr indent="-342900" lvl="2" marL="1371600" algn="l">
              <a:spcBef>
                <a:spcPts val="360"/>
              </a:spcBef>
              <a:spcAft>
                <a:spcPts val="0"/>
              </a:spcAft>
              <a:buClr>
                <a:srgbClr val="002A3A"/>
              </a:buClr>
              <a:buSzPts val="1800"/>
              <a:buChar char="•"/>
              <a:defRPr sz="1800">
                <a:solidFill>
                  <a:srgbClr val="002A3A"/>
                </a:solidFill>
                <a:latin typeface="Trebuchet MS"/>
                <a:ea typeface="Trebuchet MS"/>
                <a:cs typeface="Trebuchet MS"/>
                <a:sym typeface="Trebuchet MS"/>
              </a:defRPr>
            </a:lvl3pPr>
            <a:lvl4pPr indent="-330200" lvl="3" marL="1828800" algn="l">
              <a:spcBef>
                <a:spcPts val="320"/>
              </a:spcBef>
              <a:spcAft>
                <a:spcPts val="0"/>
              </a:spcAft>
              <a:buClr>
                <a:srgbClr val="002A3A"/>
              </a:buClr>
              <a:buSzPts val="1600"/>
              <a:buChar char="–"/>
              <a:defRPr sz="1600">
                <a:solidFill>
                  <a:srgbClr val="002A3A"/>
                </a:solidFill>
                <a:latin typeface="Trebuchet MS"/>
                <a:ea typeface="Trebuchet MS"/>
                <a:cs typeface="Trebuchet MS"/>
                <a:sym typeface="Trebuchet MS"/>
              </a:defRPr>
            </a:lvl4pPr>
            <a:lvl5pPr indent="-317500" lvl="4" marL="2286000" algn="l">
              <a:spcBef>
                <a:spcPts val="280"/>
              </a:spcBef>
              <a:spcAft>
                <a:spcPts val="0"/>
              </a:spcAft>
              <a:buClr>
                <a:srgbClr val="002A3A"/>
              </a:buClr>
              <a:buSzPts val="1400"/>
              <a:buChar char="»"/>
              <a:defRPr sz="1400">
                <a:solidFill>
                  <a:srgbClr val="002A3A"/>
                </a:solidFill>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6" name="Google Shape;456;p70"/>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7" name="Google Shape;457;p70"/>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58" name="Google Shape;458;p70"/>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459" name="Google Shape;459;p70"/>
          <p:cNvPicPr preferRelativeResize="0"/>
          <p:nvPr/>
        </p:nvPicPr>
        <p:blipFill rotWithShape="1">
          <a:blip r:embed="rId2">
            <a:alphaModFix/>
          </a:blip>
          <a:srcRect b="0" l="0" r="0" t="0"/>
          <a:stretch/>
        </p:blipFill>
        <p:spPr>
          <a:xfrm>
            <a:off x="7390972" y="4535495"/>
            <a:ext cx="1412080" cy="349828"/>
          </a:xfrm>
          <a:prstGeom prst="rect">
            <a:avLst/>
          </a:prstGeom>
          <a:noFill/>
          <a:ln>
            <a:noFill/>
          </a:ln>
        </p:spPr>
      </p:pic>
      <p:pic>
        <p:nvPicPr>
          <p:cNvPr descr="band.jpg" id="460" name="Google Shape;460;p70"/>
          <p:cNvPicPr preferRelativeResize="0"/>
          <p:nvPr/>
        </p:nvPicPr>
        <p:blipFill rotWithShape="1">
          <a:blip r:embed="rId3">
            <a:alphaModFix/>
          </a:blip>
          <a:srcRect b="0" l="0" r="0" t="0"/>
          <a:stretch/>
        </p:blipFill>
        <p:spPr>
          <a:xfrm>
            <a:off x="0" y="4687895"/>
            <a:ext cx="7296150" cy="4882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2">
  <p:cSld name="Closer 2 2">
    <p:spTree>
      <p:nvGrpSpPr>
        <p:cNvPr id="461" name="Shape 461"/>
        <p:cNvGrpSpPr/>
        <p:nvPr/>
      </p:nvGrpSpPr>
      <p:grpSpPr>
        <a:xfrm>
          <a:off x="0" y="0"/>
          <a:ext cx="0" cy="0"/>
          <a:chOff x="0" y="0"/>
          <a:chExt cx="0" cy="0"/>
        </a:xfrm>
      </p:grpSpPr>
      <p:pic>
        <p:nvPicPr>
          <p:cNvPr id="462" name="Google Shape;462;p71"/>
          <p:cNvPicPr preferRelativeResize="0"/>
          <p:nvPr/>
        </p:nvPicPr>
        <p:blipFill rotWithShape="1">
          <a:blip r:embed="rId2">
            <a:alphaModFix/>
          </a:blip>
          <a:srcRect b="0" l="0" r="0" t="0"/>
          <a:stretch/>
        </p:blipFill>
        <p:spPr>
          <a:xfrm>
            <a:off x="3938564" y="570908"/>
            <a:ext cx="1268364" cy="1953185"/>
          </a:xfrm>
          <a:prstGeom prst="rect">
            <a:avLst/>
          </a:prstGeom>
          <a:noFill/>
          <a:ln>
            <a:noFill/>
          </a:ln>
        </p:spPr>
      </p:pic>
      <p:sp>
        <p:nvSpPr>
          <p:cNvPr id="463" name="Google Shape;463;p71"/>
          <p:cNvSpPr txBox="1"/>
          <p:nvPr>
            <p:ph type="title"/>
          </p:nvPr>
        </p:nvSpPr>
        <p:spPr>
          <a:xfrm>
            <a:off x="799266" y="2524093"/>
            <a:ext cx="7557900" cy="11271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4" name="Google Shape;464;p71"/>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65" name="Google Shape;465;p71"/>
          <p:cNvSpPr txBox="1"/>
          <p:nvPr/>
        </p:nvSpPr>
        <p:spPr>
          <a:xfrm>
            <a:off x="168496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466" name="Google Shape;466;p71"/>
          <p:cNvSpPr txBox="1"/>
          <p:nvPr>
            <p:ph idx="1" type="body"/>
          </p:nvPr>
        </p:nvSpPr>
        <p:spPr>
          <a:xfrm>
            <a:off x="799266" y="3460491"/>
            <a:ext cx="7557900" cy="3654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7" name="Google Shape;467;p71"/>
          <p:cNvSpPr txBox="1"/>
          <p:nvPr>
            <p:ph idx="2" type="body"/>
          </p:nvPr>
        </p:nvSpPr>
        <p:spPr>
          <a:xfrm>
            <a:off x="799266" y="3825936"/>
            <a:ext cx="7557900" cy="845700"/>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Green">
  <p:cSld name="Closer Green 2">
    <p:spTree>
      <p:nvGrpSpPr>
        <p:cNvPr id="468" name="Shape 468"/>
        <p:cNvGrpSpPr/>
        <p:nvPr/>
      </p:nvGrpSpPr>
      <p:grpSpPr>
        <a:xfrm>
          <a:off x="0" y="0"/>
          <a:ext cx="0" cy="0"/>
          <a:chOff x="0" y="0"/>
          <a:chExt cx="0" cy="0"/>
        </a:xfrm>
      </p:grpSpPr>
      <p:sp>
        <p:nvSpPr>
          <p:cNvPr id="469" name="Google Shape;469;p72"/>
          <p:cNvSpPr/>
          <p:nvPr/>
        </p:nvSpPr>
        <p:spPr>
          <a:xfrm>
            <a:off x="0" y="-1"/>
            <a:ext cx="9144000" cy="51435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72"/>
          <p:cNvSpPr txBox="1"/>
          <p:nvPr>
            <p:ph type="title"/>
          </p:nvPr>
        </p:nvSpPr>
        <p:spPr>
          <a:xfrm>
            <a:off x="799266" y="1662329"/>
            <a:ext cx="4609800" cy="1127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6000"/>
              <a:buFont typeface="Trebuchet MS"/>
              <a:buNone/>
              <a:defRPr b="1" sz="6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1" name="Google Shape;471;p72"/>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FFFFFF"/>
                </a:solidFill>
                <a:latin typeface="Trebuchet MS"/>
                <a:ea typeface="Trebuchet MS"/>
                <a:cs typeface="Trebuchet MS"/>
                <a:sym typeface="Trebuchet MS"/>
              </a:defRPr>
            </a:lvl1pPr>
            <a:lvl2pPr indent="0" lvl="1" marL="0" algn="l">
              <a:spcBef>
                <a:spcPts val="0"/>
              </a:spcBef>
              <a:buNone/>
              <a:defRPr sz="1000">
                <a:solidFill>
                  <a:srgbClr val="FFFFFF"/>
                </a:solidFill>
                <a:latin typeface="Trebuchet MS"/>
                <a:ea typeface="Trebuchet MS"/>
                <a:cs typeface="Trebuchet MS"/>
                <a:sym typeface="Trebuchet MS"/>
              </a:defRPr>
            </a:lvl2pPr>
            <a:lvl3pPr indent="0" lvl="2" marL="0" algn="l">
              <a:spcBef>
                <a:spcPts val="0"/>
              </a:spcBef>
              <a:buNone/>
              <a:defRPr sz="1000">
                <a:solidFill>
                  <a:srgbClr val="FFFFFF"/>
                </a:solidFill>
                <a:latin typeface="Trebuchet MS"/>
                <a:ea typeface="Trebuchet MS"/>
                <a:cs typeface="Trebuchet MS"/>
                <a:sym typeface="Trebuchet MS"/>
              </a:defRPr>
            </a:lvl3pPr>
            <a:lvl4pPr indent="0" lvl="3" marL="0" algn="l">
              <a:spcBef>
                <a:spcPts val="0"/>
              </a:spcBef>
              <a:buNone/>
              <a:defRPr sz="1000">
                <a:solidFill>
                  <a:srgbClr val="FFFFFF"/>
                </a:solidFill>
                <a:latin typeface="Trebuchet MS"/>
                <a:ea typeface="Trebuchet MS"/>
                <a:cs typeface="Trebuchet MS"/>
                <a:sym typeface="Trebuchet MS"/>
              </a:defRPr>
            </a:lvl4pPr>
            <a:lvl5pPr indent="0" lvl="4" marL="0" algn="l">
              <a:spcBef>
                <a:spcPts val="0"/>
              </a:spcBef>
              <a:buNone/>
              <a:defRPr sz="1000">
                <a:solidFill>
                  <a:srgbClr val="FFFFFF"/>
                </a:solidFill>
                <a:latin typeface="Trebuchet MS"/>
                <a:ea typeface="Trebuchet MS"/>
                <a:cs typeface="Trebuchet MS"/>
                <a:sym typeface="Trebuchet MS"/>
              </a:defRPr>
            </a:lvl5pPr>
            <a:lvl6pPr indent="0" lvl="5" marL="0" algn="l">
              <a:spcBef>
                <a:spcPts val="0"/>
              </a:spcBef>
              <a:buNone/>
              <a:defRPr sz="1000">
                <a:solidFill>
                  <a:srgbClr val="FFFFFF"/>
                </a:solidFill>
                <a:latin typeface="Trebuchet MS"/>
                <a:ea typeface="Trebuchet MS"/>
                <a:cs typeface="Trebuchet MS"/>
                <a:sym typeface="Trebuchet MS"/>
              </a:defRPr>
            </a:lvl6pPr>
            <a:lvl7pPr indent="0" lvl="6" marL="0" algn="l">
              <a:spcBef>
                <a:spcPts val="0"/>
              </a:spcBef>
              <a:buNone/>
              <a:defRPr sz="1000">
                <a:solidFill>
                  <a:srgbClr val="FFFFFF"/>
                </a:solidFill>
                <a:latin typeface="Trebuchet MS"/>
                <a:ea typeface="Trebuchet MS"/>
                <a:cs typeface="Trebuchet MS"/>
                <a:sym typeface="Trebuchet MS"/>
              </a:defRPr>
            </a:lvl7pPr>
            <a:lvl8pPr indent="0" lvl="7" marL="0" algn="l">
              <a:spcBef>
                <a:spcPts val="0"/>
              </a:spcBef>
              <a:buNone/>
              <a:defRPr sz="1000">
                <a:solidFill>
                  <a:srgbClr val="FFFFFF"/>
                </a:solidFill>
                <a:latin typeface="Trebuchet MS"/>
                <a:ea typeface="Trebuchet MS"/>
                <a:cs typeface="Trebuchet MS"/>
                <a:sym typeface="Trebuchet MS"/>
              </a:defRPr>
            </a:lvl8pPr>
            <a:lvl9pPr indent="0" lvl="8" marL="0" algn="l">
              <a:spcBef>
                <a:spcPts val="0"/>
              </a:spcBef>
              <a:buNone/>
              <a:defRPr sz="1000">
                <a:solidFill>
                  <a:srgbClr val="FFFFFF"/>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72" name="Google Shape;472;p72"/>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FFFFFF"/>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473" name="Google Shape;473;p72"/>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FFFFFF"/>
              </a:buClr>
              <a:buSzPts val="2000"/>
              <a:buNone/>
              <a:defRPr b="0" sz="20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4" name="Google Shape;474;p72"/>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FFFFFF"/>
              </a:buClr>
              <a:buSzPts val="1400"/>
              <a:buNone/>
              <a:defRPr b="0" sz="14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mongram_white.png" id="475" name="Google Shape;475;p72"/>
          <p:cNvPicPr preferRelativeResize="0"/>
          <p:nvPr/>
        </p:nvPicPr>
        <p:blipFill rotWithShape="1">
          <a:blip r:embed="rId2">
            <a:alphaModFix/>
          </a:blip>
          <a:srcRect b="0" l="0" r="0" t="0"/>
          <a:stretch/>
        </p:blipFill>
        <p:spPr>
          <a:xfrm>
            <a:off x="5764069" y="155806"/>
            <a:ext cx="3118401" cy="4797538"/>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loser 1 3">
    <p:spTree>
      <p:nvGrpSpPr>
        <p:cNvPr id="476" name="Shape 476"/>
        <p:cNvGrpSpPr/>
        <p:nvPr/>
      </p:nvGrpSpPr>
      <p:grpSpPr>
        <a:xfrm>
          <a:off x="0" y="0"/>
          <a:ext cx="0" cy="0"/>
          <a:chOff x="0" y="0"/>
          <a:chExt cx="0" cy="0"/>
        </a:xfrm>
      </p:grpSpPr>
      <p:pic>
        <p:nvPicPr>
          <p:cNvPr id="477" name="Google Shape;477;p73"/>
          <p:cNvPicPr preferRelativeResize="0"/>
          <p:nvPr/>
        </p:nvPicPr>
        <p:blipFill rotWithShape="1">
          <a:blip r:embed="rId2">
            <a:alphaModFix/>
          </a:blip>
          <a:srcRect b="0" l="0" r="0" t="0"/>
          <a:stretch/>
        </p:blipFill>
        <p:spPr>
          <a:xfrm>
            <a:off x="5775584" y="155806"/>
            <a:ext cx="3106885" cy="4784368"/>
          </a:xfrm>
          <a:prstGeom prst="rect">
            <a:avLst/>
          </a:prstGeom>
          <a:noFill/>
          <a:ln>
            <a:noFill/>
          </a:ln>
        </p:spPr>
      </p:pic>
      <p:sp>
        <p:nvSpPr>
          <p:cNvPr id="478" name="Google Shape;478;p73"/>
          <p:cNvSpPr txBox="1"/>
          <p:nvPr>
            <p:ph type="title"/>
          </p:nvPr>
        </p:nvSpPr>
        <p:spPr>
          <a:xfrm>
            <a:off x="799266" y="1662329"/>
            <a:ext cx="4609800" cy="936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73"/>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80" name="Google Shape;480;p73"/>
          <p:cNvSpPr txBox="1"/>
          <p:nvPr/>
        </p:nvSpPr>
        <p:spPr>
          <a:xfrm>
            <a:off x="789103" y="4789899"/>
            <a:ext cx="62628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481" name="Google Shape;481;p73"/>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2" name="Google Shape;482;p73"/>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2">
  <p:cSld name="Closer 2 3">
    <p:spTree>
      <p:nvGrpSpPr>
        <p:cNvPr id="483" name="Shape 483"/>
        <p:cNvGrpSpPr/>
        <p:nvPr/>
      </p:nvGrpSpPr>
      <p:grpSpPr>
        <a:xfrm>
          <a:off x="0" y="0"/>
          <a:ext cx="0" cy="0"/>
          <a:chOff x="0" y="0"/>
          <a:chExt cx="0" cy="0"/>
        </a:xfrm>
      </p:grpSpPr>
      <p:pic>
        <p:nvPicPr>
          <p:cNvPr id="484" name="Google Shape;484;p74"/>
          <p:cNvPicPr preferRelativeResize="0"/>
          <p:nvPr/>
        </p:nvPicPr>
        <p:blipFill rotWithShape="1">
          <a:blip r:embed="rId2">
            <a:alphaModFix/>
          </a:blip>
          <a:srcRect b="0" l="0" r="0" t="0"/>
          <a:stretch/>
        </p:blipFill>
        <p:spPr>
          <a:xfrm>
            <a:off x="3938564" y="570908"/>
            <a:ext cx="1268364" cy="1953185"/>
          </a:xfrm>
          <a:prstGeom prst="rect">
            <a:avLst/>
          </a:prstGeom>
          <a:noFill/>
          <a:ln>
            <a:noFill/>
          </a:ln>
        </p:spPr>
      </p:pic>
      <p:sp>
        <p:nvSpPr>
          <p:cNvPr id="485" name="Google Shape;485;p74"/>
          <p:cNvSpPr txBox="1"/>
          <p:nvPr>
            <p:ph type="title"/>
          </p:nvPr>
        </p:nvSpPr>
        <p:spPr>
          <a:xfrm>
            <a:off x="799266" y="2524093"/>
            <a:ext cx="7557900" cy="936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rgbClr val="002A3A"/>
              </a:buClr>
              <a:buSzPts val="6000"/>
              <a:buFont typeface="Trebuchet MS"/>
              <a:buNone/>
              <a:defRPr b="1" sz="6000">
                <a:solidFill>
                  <a:srgbClr val="002A3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6" name="Google Shape;486;p74"/>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87" name="Google Shape;487;p74"/>
          <p:cNvSpPr txBox="1"/>
          <p:nvPr/>
        </p:nvSpPr>
        <p:spPr>
          <a:xfrm>
            <a:off x="168496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488" name="Google Shape;488;p74"/>
          <p:cNvSpPr txBox="1"/>
          <p:nvPr>
            <p:ph idx="1" type="body"/>
          </p:nvPr>
        </p:nvSpPr>
        <p:spPr>
          <a:xfrm>
            <a:off x="799266" y="3460491"/>
            <a:ext cx="7557900" cy="365400"/>
          </a:xfrm>
          <a:prstGeom prst="rect">
            <a:avLst/>
          </a:prstGeom>
          <a:noFill/>
          <a:ln>
            <a:noFill/>
          </a:ln>
        </p:spPr>
        <p:txBody>
          <a:bodyPr anchorCtr="0" anchor="t" bIns="45700" lIns="91425" spcFirstLastPara="1" rIns="91425" wrap="square" tIns="45700">
            <a:noAutofit/>
          </a:bodyPr>
          <a:lstStyle>
            <a:lvl1pPr indent="-228600" lvl="0" marL="457200" algn="ctr">
              <a:spcBef>
                <a:spcPts val="400"/>
              </a:spcBef>
              <a:spcAft>
                <a:spcPts val="0"/>
              </a:spcAft>
              <a:buClr>
                <a:srgbClr val="6BA539"/>
              </a:buClr>
              <a:buSzPts val="2000"/>
              <a:buNone/>
              <a:defRPr b="0" sz="2000">
                <a:solidFill>
                  <a:srgbClr val="6BA539"/>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9" name="Google Shape;489;p74"/>
          <p:cNvSpPr txBox="1"/>
          <p:nvPr>
            <p:ph idx="2" type="body"/>
          </p:nvPr>
        </p:nvSpPr>
        <p:spPr>
          <a:xfrm>
            <a:off x="799266" y="3825936"/>
            <a:ext cx="7557900" cy="845700"/>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Clr>
                <a:srgbClr val="002A3A"/>
              </a:buClr>
              <a:buSzPts val="1400"/>
              <a:buNone/>
              <a:defRPr b="0" sz="14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Green">
  <p:cSld name="Closer Green 3">
    <p:spTree>
      <p:nvGrpSpPr>
        <p:cNvPr id="490" name="Shape 490"/>
        <p:cNvGrpSpPr/>
        <p:nvPr/>
      </p:nvGrpSpPr>
      <p:grpSpPr>
        <a:xfrm>
          <a:off x="0" y="0"/>
          <a:ext cx="0" cy="0"/>
          <a:chOff x="0" y="0"/>
          <a:chExt cx="0" cy="0"/>
        </a:xfrm>
      </p:grpSpPr>
      <p:sp>
        <p:nvSpPr>
          <p:cNvPr id="491" name="Google Shape;491;p75"/>
          <p:cNvSpPr/>
          <p:nvPr/>
        </p:nvSpPr>
        <p:spPr>
          <a:xfrm>
            <a:off x="0" y="-1"/>
            <a:ext cx="9144000" cy="5143500"/>
          </a:xfrm>
          <a:prstGeom prst="rect">
            <a:avLst/>
          </a:prstGeom>
          <a:solidFill>
            <a:srgbClr val="6BA5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75"/>
          <p:cNvSpPr txBox="1"/>
          <p:nvPr>
            <p:ph type="title"/>
          </p:nvPr>
        </p:nvSpPr>
        <p:spPr>
          <a:xfrm>
            <a:off x="799266" y="1662329"/>
            <a:ext cx="4609800" cy="936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1"/>
              </a:buClr>
              <a:buSzPts val="6000"/>
              <a:buFont typeface="Trebuchet MS"/>
              <a:buNone/>
              <a:defRPr b="1" sz="6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75"/>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FFFFFF"/>
                </a:solidFill>
                <a:latin typeface="Trebuchet MS"/>
                <a:ea typeface="Trebuchet MS"/>
                <a:cs typeface="Trebuchet MS"/>
                <a:sym typeface="Trebuchet MS"/>
              </a:defRPr>
            </a:lvl1pPr>
            <a:lvl2pPr indent="0" lvl="1" marL="0" algn="l">
              <a:spcBef>
                <a:spcPts val="0"/>
              </a:spcBef>
              <a:buNone/>
              <a:defRPr sz="1000">
                <a:solidFill>
                  <a:srgbClr val="FFFFFF"/>
                </a:solidFill>
                <a:latin typeface="Trebuchet MS"/>
                <a:ea typeface="Trebuchet MS"/>
                <a:cs typeface="Trebuchet MS"/>
                <a:sym typeface="Trebuchet MS"/>
              </a:defRPr>
            </a:lvl2pPr>
            <a:lvl3pPr indent="0" lvl="2" marL="0" algn="l">
              <a:spcBef>
                <a:spcPts val="0"/>
              </a:spcBef>
              <a:buNone/>
              <a:defRPr sz="1000">
                <a:solidFill>
                  <a:srgbClr val="FFFFFF"/>
                </a:solidFill>
                <a:latin typeface="Trebuchet MS"/>
                <a:ea typeface="Trebuchet MS"/>
                <a:cs typeface="Trebuchet MS"/>
                <a:sym typeface="Trebuchet MS"/>
              </a:defRPr>
            </a:lvl3pPr>
            <a:lvl4pPr indent="0" lvl="3" marL="0" algn="l">
              <a:spcBef>
                <a:spcPts val="0"/>
              </a:spcBef>
              <a:buNone/>
              <a:defRPr sz="1000">
                <a:solidFill>
                  <a:srgbClr val="FFFFFF"/>
                </a:solidFill>
                <a:latin typeface="Trebuchet MS"/>
                <a:ea typeface="Trebuchet MS"/>
                <a:cs typeface="Trebuchet MS"/>
                <a:sym typeface="Trebuchet MS"/>
              </a:defRPr>
            </a:lvl4pPr>
            <a:lvl5pPr indent="0" lvl="4" marL="0" algn="l">
              <a:spcBef>
                <a:spcPts val="0"/>
              </a:spcBef>
              <a:buNone/>
              <a:defRPr sz="1000">
                <a:solidFill>
                  <a:srgbClr val="FFFFFF"/>
                </a:solidFill>
                <a:latin typeface="Trebuchet MS"/>
                <a:ea typeface="Trebuchet MS"/>
                <a:cs typeface="Trebuchet MS"/>
                <a:sym typeface="Trebuchet MS"/>
              </a:defRPr>
            </a:lvl5pPr>
            <a:lvl6pPr indent="0" lvl="5" marL="0" algn="l">
              <a:spcBef>
                <a:spcPts val="0"/>
              </a:spcBef>
              <a:buNone/>
              <a:defRPr sz="1000">
                <a:solidFill>
                  <a:srgbClr val="FFFFFF"/>
                </a:solidFill>
                <a:latin typeface="Trebuchet MS"/>
                <a:ea typeface="Trebuchet MS"/>
                <a:cs typeface="Trebuchet MS"/>
                <a:sym typeface="Trebuchet MS"/>
              </a:defRPr>
            </a:lvl6pPr>
            <a:lvl7pPr indent="0" lvl="6" marL="0" algn="l">
              <a:spcBef>
                <a:spcPts val="0"/>
              </a:spcBef>
              <a:buNone/>
              <a:defRPr sz="1000">
                <a:solidFill>
                  <a:srgbClr val="FFFFFF"/>
                </a:solidFill>
                <a:latin typeface="Trebuchet MS"/>
                <a:ea typeface="Trebuchet MS"/>
                <a:cs typeface="Trebuchet MS"/>
                <a:sym typeface="Trebuchet MS"/>
              </a:defRPr>
            </a:lvl7pPr>
            <a:lvl8pPr indent="0" lvl="7" marL="0" algn="l">
              <a:spcBef>
                <a:spcPts val="0"/>
              </a:spcBef>
              <a:buNone/>
              <a:defRPr sz="1000">
                <a:solidFill>
                  <a:srgbClr val="FFFFFF"/>
                </a:solidFill>
                <a:latin typeface="Trebuchet MS"/>
                <a:ea typeface="Trebuchet MS"/>
                <a:cs typeface="Trebuchet MS"/>
                <a:sym typeface="Trebuchet MS"/>
              </a:defRPr>
            </a:lvl8pPr>
            <a:lvl9pPr indent="0" lvl="8" marL="0" algn="l">
              <a:spcBef>
                <a:spcPts val="0"/>
              </a:spcBef>
              <a:buNone/>
              <a:defRPr sz="1000">
                <a:solidFill>
                  <a:srgbClr val="FFFFFF"/>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494" name="Google Shape;494;p75"/>
          <p:cNvSpPr txBox="1"/>
          <p:nvPr/>
        </p:nvSpPr>
        <p:spPr>
          <a:xfrm>
            <a:off x="789103"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FFFFFF"/>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sp>
        <p:nvSpPr>
          <p:cNvPr id="495" name="Google Shape;495;p75"/>
          <p:cNvSpPr txBox="1"/>
          <p:nvPr>
            <p:ph idx="1" type="body"/>
          </p:nvPr>
        </p:nvSpPr>
        <p:spPr>
          <a:xfrm>
            <a:off x="799266" y="2598727"/>
            <a:ext cx="4609800" cy="365400"/>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FFFFFF"/>
              </a:buClr>
              <a:buSzPts val="2000"/>
              <a:buNone/>
              <a:defRPr b="0" sz="20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6" name="Google Shape;496;p75"/>
          <p:cNvSpPr txBox="1"/>
          <p:nvPr>
            <p:ph idx="2" type="body"/>
          </p:nvPr>
        </p:nvSpPr>
        <p:spPr>
          <a:xfrm>
            <a:off x="799267" y="2964172"/>
            <a:ext cx="4609800" cy="8457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FFFFFF"/>
              </a:buClr>
              <a:buSzPts val="1400"/>
              <a:buNone/>
              <a:defRPr b="0" sz="1400">
                <a:solidFill>
                  <a:srgbClr val="FFFFFF"/>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pic>
        <p:nvPicPr>
          <p:cNvPr descr="mongram_white.png" id="497" name="Google Shape;497;p75"/>
          <p:cNvPicPr preferRelativeResize="0"/>
          <p:nvPr/>
        </p:nvPicPr>
        <p:blipFill rotWithShape="1">
          <a:blip r:embed="rId2">
            <a:alphaModFix/>
          </a:blip>
          <a:srcRect b="0" l="0" r="0" t="0"/>
          <a:stretch/>
        </p:blipFill>
        <p:spPr>
          <a:xfrm>
            <a:off x="5764069" y="155806"/>
            <a:ext cx="3118401" cy="4797538"/>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ree Column Content">
  <p:cSld name="1_Three Column Content">
    <p:spTree>
      <p:nvGrpSpPr>
        <p:cNvPr id="498" name="Shape 498"/>
        <p:cNvGrpSpPr/>
        <p:nvPr/>
      </p:nvGrpSpPr>
      <p:grpSpPr>
        <a:xfrm>
          <a:off x="0" y="0"/>
          <a:ext cx="0" cy="0"/>
          <a:chOff x="0" y="0"/>
          <a:chExt cx="0" cy="0"/>
        </a:xfrm>
      </p:grpSpPr>
      <p:sp>
        <p:nvSpPr>
          <p:cNvPr id="499" name="Google Shape;499;p76"/>
          <p:cNvSpPr txBox="1"/>
          <p:nvPr>
            <p:ph type="title"/>
          </p:nvPr>
        </p:nvSpPr>
        <p:spPr>
          <a:xfrm>
            <a:off x="799267" y="500793"/>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0" name="Google Shape;500;p76"/>
          <p:cNvSpPr txBox="1"/>
          <p:nvPr>
            <p:ph idx="1" type="body"/>
          </p:nvPr>
        </p:nvSpPr>
        <p:spPr>
          <a:xfrm>
            <a:off x="799267" y="1139995"/>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220"/>
              </a:spcBef>
              <a:spcAft>
                <a:spcPts val="0"/>
              </a:spcAft>
              <a:buClr>
                <a:srgbClr val="002A3A"/>
              </a:buClr>
              <a:buSzPts val="1100"/>
              <a:buNone/>
              <a:defRPr b="0" sz="11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1" name="Google Shape;501;p76"/>
          <p:cNvSpPr txBox="1"/>
          <p:nvPr>
            <p:ph idx="12" type="sldNum"/>
          </p:nvPr>
        </p:nvSpPr>
        <p:spPr>
          <a:xfrm>
            <a:off x="339080" y="4751765"/>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502" name="Google Shape;502;p76"/>
          <p:cNvSpPr txBox="1"/>
          <p:nvPr/>
        </p:nvSpPr>
        <p:spPr>
          <a:xfrm>
            <a:off x="789104"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WV_primary.png" id="503" name="Google Shape;503;p76"/>
          <p:cNvPicPr preferRelativeResize="0"/>
          <p:nvPr/>
        </p:nvPicPr>
        <p:blipFill rotWithShape="1">
          <a:blip r:embed="rId2">
            <a:alphaModFix/>
          </a:blip>
          <a:srcRect b="0" l="0" r="0" t="0"/>
          <a:stretch/>
        </p:blipFill>
        <p:spPr>
          <a:xfrm>
            <a:off x="7390973" y="4535496"/>
            <a:ext cx="1412079" cy="349828"/>
          </a:xfrm>
          <a:prstGeom prst="rect">
            <a:avLst/>
          </a:prstGeom>
          <a:noFill/>
          <a:ln>
            <a:noFill/>
          </a:ln>
        </p:spPr>
      </p:pic>
      <p:pic>
        <p:nvPicPr>
          <p:cNvPr descr="band.jpg" id="504" name="Google Shape;504;p76"/>
          <p:cNvPicPr preferRelativeResize="0"/>
          <p:nvPr/>
        </p:nvPicPr>
        <p:blipFill rotWithShape="1">
          <a:blip r:embed="rId3">
            <a:alphaModFix/>
          </a:blip>
          <a:srcRect b="0" l="0" r="0" t="0"/>
          <a:stretch/>
        </p:blipFill>
        <p:spPr>
          <a:xfrm>
            <a:off x="0" y="4687896"/>
            <a:ext cx="7296150" cy="4882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ccent Slide Green 1">
  <p:cSld name="1_Accent Slide Green 1">
    <p:spTree>
      <p:nvGrpSpPr>
        <p:cNvPr id="505" name="Shape 505"/>
        <p:cNvGrpSpPr/>
        <p:nvPr/>
      </p:nvGrpSpPr>
      <p:grpSpPr>
        <a:xfrm>
          <a:off x="0" y="0"/>
          <a:ext cx="0" cy="0"/>
          <a:chOff x="0" y="0"/>
          <a:chExt cx="0" cy="0"/>
        </a:xfrm>
      </p:grpSpPr>
      <p:pic>
        <p:nvPicPr>
          <p:cNvPr descr="pic1.jpg" id="506" name="Google Shape;506;p77"/>
          <p:cNvPicPr preferRelativeResize="0"/>
          <p:nvPr/>
        </p:nvPicPr>
        <p:blipFill rotWithShape="1">
          <a:blip r:embed="rId2">
            <a:alphaModFix/>
          </a:blip>
          <a:srcRect b="0" l="0" r="0" t="0"/>
          <a:stretch/>
        </p:blipFill>
        <p:spPr>
          <a:xfrm>
            <a:off x="0" y="1"/>
            <a:ext cx="9143998" cy="5143052"/>
          </a:xfrm>
          <a:prstGeom prst="rect">
            <a:avLst/>
          </a:prstGeom>
          <a:noFill/>
          <a:ln>
            <a:noFill/>
          </a:ln>
        </p:spPr>
      </p:pic>
      <p:sp>
        <p:nvSpPr>
          <p:cNvPr id="507" name="Google Shape;507;p77"/>
          <p:cNvSpPr/>
          <p:nvPr/>
        </p:nvSpPr>
        <p:spPr>
          <a:xfrm>
            <a:off x="1" y="1"/>
            <a:ext cx="9144000" cy="5143500"/>
          </a:xfrm>
          <a:prstGeom prst="rect">
            <a:avLst/>
          </a:prstGeom>
          <a:solidFill>
            <a:srgbClr val="6BA539">
              <a:alpha val="8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A3A"/>
              </a:solidFill>
              <a:latin typeface="Calibri"/>
              <a:ea typeface="Calibri"/>
              <a:cs typeface="Calibri"/>
              <a:sym typeface="Calibri"/>
            </a:endParaRPr>
          </a:p>
        </p:txBody>
      </p:sp>
      <p:grpSp>
        <p:nvGrpSpPr>
          <p:cNvPr id="508" name="Google Shape;508;p77"/>
          <p:cNvGrpSpPr/>
          <p:nvPr/>
        </p:nvGrpSpPr>
        <p:grpSpPr>
          <a:xfrm>
            <a:off x="907665" y="4528967"/>
            <a:ext cx="7459661" cy="349828"/>
            <a:chOff x="1395285" y="4528969"/>
            <a:chExt cx="7459661" cy="349828"/>
          </a:xfrm>
        </p:grpSpPr>
        <p:sp>
          <p:nvSpPr>
            <p:cNvPr id="509" name="Google Shape;509;p77"/>
            <p:cNvSpPr txBox="1"/>
            <p:nvPr/>
          </p:nvSpPr>
          <p:spPr>
            <a:xfrm>
              <a:off x="1395285" y="4619244"/>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chemeClr val="lt1"/>
                  </a:solidFill>
                  <a:latin typeface="Trebuchet MS"/>
                  <a:ea typeface="Trebuchet MS"/>
                  <a:cs typeface="Trebuchet MS"/>
                  <a:sym typeface="Trebuchet MS"/>
                </a:rPr>
                <a:t>©2025 TechSolve Inc. All rights reserved. Confidential business and proprietary information of Techsolve, may not be copied or distributed to anyone without the express written permission of Techsolve.</a:t>
              </a:r>
              <a:endParaRPr/>
            </a:p>
          </p:txBody>
        </p:sp>
        <p:pic>
          <p:nvPicPr>
            <p:cNvPr descr="TSV_white.png" id="510" name="Google Shape;510;p77"/>
            <p:cNvPicPr preferRelativeResize="0"/>
            <p:nvPr/>
          </p:nvPicPr>
          <p:blipFill rotWithShape="1">
            <a:blip r:embed="rId3">
              <a:alphaModFix/>
            </a:blip>
            <a:srcRect b="0" l="0" r="0" t="0"/>
            <a:stretch/>
          </p:blipFill>
          <p:spPr>
            <a:xfrm>
              <a:off x="7442866" y="4528969"/>
              <a:ext cx="1412080" cy="349828"/>
            </a:xfrm>
            <a:prstGeom prst="rect">
              <a:avLst/>
            </a:prstGeom>
            <a:noFill/>
            <a:ln>
              <a:noFill/>
            </a:ln>
          </p:spPr>
        </p:pic>
      </p:grpSp>
      <p:sp>
        <p:nvSpPr>
          <p:cNvPr id="511" name="Google Shape;511;p77"/>
          <p:cNvSpPr txBox="1"/>
          <p:nvPr>
            <p:ph type="title"/>
          </p:nvPr>
        </p:nvSpPr>
        <p:spPr>
          <a:xfrm>
            <a:off x="799267" y="1918130"/>
            <a:ext cx="7531800" cy="857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2" name="Google Shape;512;p77"/>
          <p:cNvSpPr txBox="1"/>
          <p:nvPr>
            <p:ph idx="12" type="sldNum"/>
          </p:nvPr>
        </p:nvSpPr>
        <p:spPr>
          <a:xfrm>
            <a:off x="339080" y="4581680"/>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chemeClr val="lt1"/>
                </a:solidFill>
                <a:latin typeface="Trebuchet MS"/>
                <a:ea typeface="Trebuchet MS"/>
                <a:cs typeface="Trebuchet MS"/>
                <a:sym typeface="Trebuchet MS"/>
              </a:defRPr>
            </a:lvl1pPr>
            <a:lvl2pPr indent="0" lvl="1" marL="0" algn="l">
              <a:spcBef>
                <a:spcPts val="0"/>
              </a:spcBef>
              <a:buNone/>
              <a:defRPr sz="1000">
                <a:solidFill>
                  <a:schemeClr val="lt1"/>
                </a:solidFill>
                <a:latin typeface="Trebuchet MS"/>
                <a:ea typeface="Trebuchet MS"/>
                <a:cs typeface="Trebuchet MS"/>
                <a:sym typeface="Trebuchet MS"/>
              </a:defRPr>
            </a:lvl2pPr>
            <a:lvl3pPr indent="0" lvl="2" marL="0" algn="l">
              <a:spcBef>
                <a:spcPts val="0"/>
              </a:spcBef>
              <a:buNone/>
              <a:defRPr sz="1000">
                <a:solidFill>
                  <a:schemeClr val="lt1"/>
                </a:solidFill>
                <a:latin typeface="Trebuchet MS"/>
                <a:ea typeface="Trebuchet MS"/>
                <a:cs typeface="Trebuchet MS"/>
                <a:sym typeface="Trebuchet MS"/>
              </a:defRPr>
            </a:lvl3pPr>
            <a:lvl4pPr indent="0" lvl="3" marL="0" algn="l">
              <a:spcBef>
                <a:spcPts val="0"/>
              </a:spcBef>
              <a:buNone/>
              <a:defRPr sz="1000">
                <a:solidFill>
                  <a:schemeClr val="lt1"/>
                </a:solidFill>
                <a:latin typeface="Trebuchet MS"/>
                <a:ea typeface="Trebuchet MS"/>
                <a:cs typeface="Trebuchet MS"/>
                <a:sym typeface="Trebuchet MS"/>
              </a:defRPr>
            </a:lvl4pPr>
            <a:lvl5pPr indent="0" lvl="4" marL="0" algn="l">
              <a:spcBef>
                <a:spcPts val="0"/>
              </a:spcBef>
              <a:buNone/>
              <a:defRPr sz="1000">
                <a:solidFill>
                  <a:schemeClr val="lt1"/>
                </a:solidFill>
                <a:latin typeface="Trebuchet MS"/>
                <a:ea typeface="Trebuchet MS"/>
                <a:cs typeface="Trebuchet MS"/>
                <a:sym typeface="Trebuchet MS"/>
              </a:defRPr>
            </a:lvl5pPr>
            <a:lvl6pPr indent="0" lvl="5" marL="0" algn="l">
              <a:spcBef>
                <a:spcPts val="0"/>
              </a:spcBef>
              <a:buNone/>
              <a:defRPr sz="1000">
                <a:solidFill>
                  <a:schemeClr val="lt1"/>
                </a:solidFill>
                <a:latin typeface="Trebuchet MS"/>
                <a:ea typeface="Trebuchet MS"/>
                <a:cs typeface="Trebuchet MS"/>
                <a:sym typeface="Trebuchet MS"/>
              </a:defRPr>
            </a:lvl6pPr>
            <a:lvl7pPr indent="0" lvl="6" marL="0" algn="l">
              <a:spcBef>
                <a:spcPts val="0"/>
              </a:spcBef>
              <a:buNone/>
              <a:defRPr sz="1000">
                <a:solidFill>
                  <a:schemeClr val="lt1"/>
                </a:solidFill>
                <a:latin typeface="Trebuchet MS"/>
                <a:ea typeface="Trebuchet MS"/>
                <a:cs typeface="Trebuchet MS"/>
                <a:sym typeface="Trebuchet MS"/>
              </a:defRPr>
            </a:lvl7pPr>
            <a:lvl8pPr indent="0" lvl="7" marL="0" algn="l">
              <a:spcBef>
                <a:spcPts val="0"/>
              </a:spcBef>
              <a:buNone/>
              <a:defRPr sz="1000">
                <a:solidFill>
                  <a:schemeClr val="lt1"/>
                </a:solidFill>
                <a:latin typeface="Trebuchet MS"/>
                <a:ea typeface="Trebuchet MS"/>
                <a:cs typeface="Trebuchet MS"/>
                <a:sym typeface="Trebuchet MS"/>
              </a:defRPr>
            </a:lvl8pPr>
            <a:lvl9pPr indent="0" lvl="8" marL="0" algn="l">
              <a:spcBef>
                <a:spcPts val="0"/>
              </a:spcBef>
              <a:buNone/>
              <a:defRPr sz="1000">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hree Column Content">
  <p:cSld name="2_Three Column Content">
    <p:spTree>
      <p:nvGrpSpPr>
        <p:cNvPr id="513" name="Shape 513"/>
        <p:cNvGrpSpPr/>
        <p:nvPr/>
      </p:nvGrpSpPr>
      <p:grpSpPr>
        <a:xfrm>
          <a:off x="0" y="0"/>
          <a:ext cx="0" cy="0"/>
          <a:chOff x="0" y="0"/>
          <a:chExt cx="0" cy="0"/>
        </a:xfrm>
      </p:grpSpPr>
      <p:sp>
        <p:nvSpPr>
          <p:cNvPr id="514" name="Google Shape;514;p78"/>
          <p:cNvSpPr txBox="1"/>
          <p:nvPr>
            <p:ph type="title"/>
          </p:nvPr>
        </p:nvSpPr>
        <p:spPr>
          <a:xfrm>
            <a:off x="799267" y="500793"/>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6BA539"/>
              </a:buClr>
              <a:buSzPts val="3200"/>
              <a:buFont typeface="Trebuchet MS"/>
              <a:buNone/>
              <a:defRPr sz="3200">
                <a:solidFill>
                  <a:srgbClr val="6BA539"/>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5" name="Google Shape;515;p78"/>
          <p:cNvSpPr txBox="1"/>
          <p:nvPr>
            <p:ph idx="1" type="body"/>
          </p:nvPr>
        </p:nvSpPr>
        <p:spPr>
          <a:xfrm>
            <a:off x="799267" y="1139995"/>
            <a:ext cx="7682700" cy="3100800"/>
          </a:xfrm>
          <a:prstGeom prst="rect">
            <a:avLst/>
          </a:prstGeom>
          <a:noFill/>
          <a:ln>
            <a:noFill/>
          </a:ln>
        </p:spPr>
        <p:txBody>
          <a:bodyPr anchorCtr="0" anchor="t" bIns="45700" lIns="91425" spcFirstLastPara="1" rIns="91425" wrap="square" tIns="45700">
            <a:noAutofit/>
          </a:bodyPr>
          <a:lstStyle>
            <a:lvl1pPr indent="-228600" lvl="0" marL="457200" algn="l">
              <a:spcBef>
                <a:spcPts val="220"/>
              </a:spcBef>
              <a:spcAft>
                <a:spcPts val="0"/>
              </a:spcAft>
              <a:buClr>
                <a:srgbClr val="002A3A"/>
              </a:buClr>
              <a:buSzPts val="1100"/>
              <a:buNone/>
              <a:defRPr b="0" sz="1100">
                <a:solidFill>
                  <a:srgbClr val="002A3A"/>
                </a:solidFill>
                <a:latin typeface="Trebuchet MS"/>
                <a:ea typeface="Trebuchet MS"/>
                <a:cs typeface="Trebuchet MS"/>
                <a:sym typeface="Trebuchet MS"/>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6" name="Google Shape;516;p78"/>
          <p:cNvSpPr txBox="1"/>
          <p:nvPr>
            <p:ph idx="12" type="sldNum"/>
          </p:nvPr>
        </p:nvSpPr>
        <p:spPr>
          <a:xfrm>
            <a:off x="339080" y="4751765"/>
            <a:ext cx="483900" cy="3846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000">
                <a:solidFill>
                  <a:srgbClr val="6BA539"/>
                </a:solidFill>
                <a:latin typeface="Trebuchet MS"/>
                <a:ea typeface="Trebuchet MS"/>
                <a:cs typeface="Trebuchet MS"/>
                <a:sym typeface="Trebuchet MS"/>
              </a:defRPr>
            </a:lvl1pPr>
            <a:lvl2pPr indent="0" lvl="1" marL="0" algn="l">
              <a:spcBef>
                <a:spcPts val="0"/>
              </a:spcBef>
              <a:buNone/>
              <a:defRPr sz="1000">
                <a:solidFill>
                  <a:srgbClr val="6BA539"/>
                </a:solidFill>
                <a:latin typeface="Trebuchet MS"/>
                <a:ea typeface="Trebuchet MS"/>
                <a:cs typeface="Trebuchet MS"/>
                <a:sym typeface="Trebuchet MS"/>
              </a:defRPr>
            </a:lvl2pPr>
            <a:lvl3pPr indent="0" lvl="2" marL="0" algn="l">
              <a:spcBef>
                <a:spcPts val="0"/>
              </a:spcBef>
              <a:buNone/>
              <a:defRPr sz="1000">
                <a:solidFill>
                  <a:srgbClr val="6BA539"/>
                </a:solidFill>
                <a:latin typeface="Trebuchet MS"/>
                <a:ea typeface="Trebuchet MS"/>
                <a:cs typeface="Trebuchet MS"/>
                <a:sym typeface="Trebuchet MS"/>
              </a:defRPr>
            </a:lvl3pPr>
            <a:lvl4pPr indent="0" lvl="3" marL="0" algn="l">
              <a:spcBef>
                <a:spcPts val="0"/>
              </a:spcBef>
              <a:buNone/>
              <a:defRPr sz="1000">
                <a:solidFill>
                  <a:srgbClr val="6BA539"/>
                </a:solidFill>
                <a:latin typeface="Trebuchet MS"/>
                <a:ea typeface="Trebuchet MS"/>
                <a:cs typeface="Trebuchet MS"/>
                <a:sym typeface="Trebuchet MS"/>
              </a:defRPr>
            </a:lvl4pPr>
            <a:lvl5pPr indent="0" lvl="4" marL="0" algn="l">
              <a:spcBef>
                <a:spcPts val="0"/>
              </a:spcBef>
              <a:buNone/>
              <a:defRPr sz="1000">
                <a:solidFill>
                  <a:srgbClr val="6BA539"/>
                </a:solidFill>
                <a:latin typeface="Trebuchet MS"/>
                <a:ea typeface="Trebuchet MS"/>
                <a:cs typeface="Trebuchet MS"/>
                <a:sym typeface="Trebuchet MS"/>
              </a:defRPr>
            </a:lvl5pPr>
            <a:lvl6pPr indent="0" lvl="5" marL="0" algn="l">
              <a:spcBef>
                <a:spcPts val="0"/>
              </a:spcBef>
              <a:buNone/>
              <a:defRPr sz="1000">
                <a:solidFill>
                  <a:srgbClr val="6BA539"/>
                </a:solidFill>
                <a:latin typeface="Trebuchet MS"/>
                <a:ea typeface="Trebuchet MS"/>
                <a:cs typeface="Trebuchet MS"/>
                <a:sym typeface="Trebuchet MS"/>
              </a:defRPr>
            </a:lvl6pPr>
            <a:lvl7pPr indent="0" lvl="6" marL="0" algn="l">
              <a:spcBef>
                <a:spcPts val="0"/>
              </a:spcBef>
              <a:buNone/>
              <a:defRPr sz="1000">
                <a:solidFill>
                  <a:srgbClr val="6BA539"/>
                </a:solidFill>
                <a:latin typeface="Trebuchet MS"/>
                <a:ea typeface="Trebuchet MS"/>
                <a:cs typeface="Trebuchet MS"/>
                <a:sym typeface="Trebuchet MS"/>
              </a:defRPr>
            </a:lvl7pPr>
            <a:lvl8pPr indent="0" lvl="7" marL="0" algn="l">
              <a:spcBef>
                <a:spcPts val="0"/>
              </a:spcBef>
              <a:buNone/>
              <a:defRPr sz="1000">
                <a:solidFill>
                  <a:srgbClr val="6BA539"/>
                </a:solidFill>
                <a:latin typeface="Trebuchet MS"/>
                <a:ea typeface="Trebuchet MS"/>
                <a:cs typeface="Trebuchet MS"/>
                <a:sym typeface="Trebuchet MS"/>
              </a:defRPr>
            </a:lvl8pPr>
            <a:lvl9pPr indent="0" lvl="8" marL="0" algn="l">
              <a:spcBef>
                <a:spcPts val="0"/>
              </a:spcBef>
              <a:buNone/>
              <a:defRPr sz="1000">
                <a:solidFill>
                  <a:srgbClr val="6BA539"/>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
              <a:t>‹#›</a:t>
            </a:fld>
            <a:endParaRPr/>
          </a:p>
        </p:txBody>
      </p:sp>
      <p:sp>
        <p:nvSpPr>
          <p:cNvPr id="517" name="Google Shape;517;p78"/>
          <p:cNvSpPr txBox="1"/>
          <p:nvPr/>
        </p:nvSpPr>
        <p:spPr>
          <a:xfrm>
            <a:off x="789104" y="4789899"/>
            <a:ext cx="6047700" cy="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500">
                <a:solidFill>
                  <a:srgbClr val="002A3A"/>
                </a:solidFill>
                <a:latin typeface="Trebuchet MS"/>
                <a:ea typeface="Trebuchet MS"/>
                <a:cs typeface="Trebuchet MS"/>
                <a:sym typeface="Trebuchet MS"/>
              </a:rPr>
              <a:t>©2024 TechSolve Inc. All rights reserved. Confidential business and proprietary information of Techsolve, may not be copied or distributed to anyone without the express written permission of Techsolve.</a:t>
            </a:r>
            <a:endParaRPr/>
          </a:p>
        </p:txBody>
      </p:sp>
      <p:pic>
        <p:nvPicPr>
          <p:cNvPr descr="TWV_primary.png" id="518" name="Google Shape;518;p78"/>
          <p:cNvPicPr preferRelativeResize="0"/>
          <p:nvPr/>
        </p:nvPicPr>
        <p:blipFill rotWithShape="1">
          <a:blip r:embed="rId2">
            <a:alphaModFix/>
          </a:blip>
          <a:srcRect b="0" l="0" r="0" t="0"/>
          <a:stretch/>
        </p:blipFill>
        <p:spPr>
          <a:xfrm>
            <a:off x="7390973" y="4535496"/>
            <a:ext cx="1412080" cy="349828"/>
          </a:xfrm>
          <a:prstGeom prst="rect">
            <a:avLst/>
          </a:prstGeom>
          <a:noFill/>
          <a:ln>
            <a:noFill/>
          </a:ln>
        </p:spPr>
      </p:pic>
      <p:pic>
        <p:nvPicPr>
          <p:cNvPr descr="band.jpg" id="519" name="Google Shape;519;p78"/>
          <p:cNvPicPr preferRelativeResize="0"/>
          <p:nvPr/>
        </p:nvPicPr>
        <p:blipFill rotWithShape="1">
          <a:blip r:embed="rId3">
            <a:alphaModFix/>
          </a:blip>
          <a:srcRect b="0" l="0" r="0" t="0"/>
          <a:stretch/>
        </p:blipFill>
        <p:spPr>
          <a:xfrm>
            <a:off x="0" y="4687896"/>
            <a:ext cx="7296150" cy="4882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with photo">
  <p:cSld name="1_Title and Content with photo">
    <p:spTree>
      <p:nvGrpSpPr>
        <p:cNvPr id="520" name="Shape 520"/>
        <p:cNvGrpSpPr/>
        <p:nvPr/>
      </p:nvGrpSpPr>
      <p:grpSpPr>
        <a:xfrm>
          <a:off x="0" y="0"/>
          <a:ext cx="0" cy="0"/>
          <a:chOff x="0" y="0"/>
          <a:chExt cx="0" cy="0"/>
        </a:xfrm>
      </p:grpSpPr>
      <p:sp>
        <p:nvSpPr>
          <p:cNvPr id="521" name="Google Shape;521;p79"/>
          <p:cNvSpPr txBox="1"/>
          <p:nvPr>
            <p:ph type="title"/>
          </p:nvPr>
        </p:nvSpPr>
        <p:spPr>
          <a:xfrm>
            <a:off x="4858378" y="273844"/>
            <a:ext cx="3943200" cy="994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2" name="Google Shape;522;p79"/>
          <p:cNvSpPr txBox="1"/>
          <p:nvPr>
            <p:ph idx="1" type="body"/>
          </p:nvPr>
        </p:nvSpPr>
        <p:spPr>
          <a:xfrm>
            <a:off x="4858378" y="1369219"/>
            <a:ext cx="3943200" cy="3263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3" name="Google Shape;523;p7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4" name="Google Shape;524;p7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5" name="Google Shape;525;p7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26" name="Google Shape;526;p79"/>
          <p:cNvSpPr/>
          <p:nvPr>
            <p:ph idx="2" type="pic"/>
          </p:nvPr>
        </p:nvSpPr>
        <p:spPr>
          <a:xfrm>
            <a:off x="0" y="0"/>
            <a:ext cx="4476900" cy="5143500"/>
          </a:xfrm>
          <a:prstGeom prst="rect">
            <a:avLst/>
          </a:prstGeom>
          <a:no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 Column Content">
  <p:cSld name="1_One Column Content">
    <p:spTree>
      <p:nvGrpSpPr>
        <p:cNvPr id="527" name="Shape 527"/>
        <p:cNvGrpSpPr/>
        <p:nvPr/>
      </p:nvGrpSpPr>
      <p:grpSpPr>
        <a:xfrm>
          <a:off x="0" y="0"/>
          <a:ext cx="0" cy="0"/>
          <a:chOff x="0" y="0"/>
          <a:chExt cx="0" cy="0"/>
        </a:xfrm>
      </p:grpSpPr>
      <p:sp>
        <p:nvSpPr>
          <p:cNvPr id="528" name="Google Shape;528;p80"/>
          <p:cNvSpPr txBox="1"/>
          <p:nvPr>
            <p:ph type="title"/>
          </p:nvPr>
        </p:nvSpPr>
        <p:spPr>
          <a:xfrm>
            <a:off x="799267" y="500793"/>
            <a:ext cx="7682700" cy="66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253E6D"/>
              </a:buClr>
              <a:buSzPts val="3300"/>
              <a:buFont typeface="Arial"/>
              <a:buNone/>
              <a:defRPr sz="3300">
                <a:solidFill>
                  <a:srgbClr val="253E6D"/>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9" name="Google Shape;529;p80"/>
          <p:cNvSpPr txBox="1"/>
          <p:nvPr>
            <p:ph idx="1" type="body"/>
          </p:nvPr>
        </p:nvSpPr>
        <p:spPr>
          <a:xfrm>
            <a:off x="799267" y="1139995"/>
            <a:ext cx="7682700" cy="3100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Arial"/>
              <a:buChar char="•"/>
              <a:defRPr b="0" i="0" sz="1800">
                <a:latin typeface="Trebuchet MS"/>
                <a:ea typeface="Trebuchet MS"/>
                <a:cs typeface="Trebuchet MS"/>
                <a:sym typeface="Trebuchet MS"/>
              </a:defRPr>
            </a:lvl1pPr>
            <a:lvl2pPr indent="-330200" lvl="1" marL="914400" algn="l">
              <a:spcBef>
                <a:spcPts val="320"/>
              </a:spcBef>
              <a:spcAft>
                <a:spcPts val="0"/>
              </a:spcAft>
              <a:buClr>
                <a:schemeClr val="dk1"/>
              </a:buClr>
              <a:buSzPts val="1600"/>
              <a:buChar char="–"/>
              <a:defRPr b="0" i="0" sz="1600">
                <a:latin typeface="Trebuchet MS"/>
                <a:ea typeface="Trebuchet MS"/>
                <a:cs typeface="Trebuchet MS"/>
                <a:sym typeface="Trebuchet MS"/>
              </a:defRPr>
            </a:lvl2pPr>
            <a:lvl3pPr indent="-317500" lvl="2" marL="1371600" algn="l">
              <a:spcBef>
                <a:spcPts val="280"/>
              </a:spcBef>
              <a:spcAft>
                <a:spcPts val="0"/>
              </a:spcAft>
              <a:buClr>
                <a:schemeClr val="dk1"/>
              </a:buClr>
              <a:buSzPts val="1400"/>
              <a:buChar char="•"/>
              <a:defRPr b="0" i="0" sz="1400">
                <a:latin typeface="Trebuchet MS"/>
                <a:ea typeface="Trebuchet MS"/>
                <a:cs typeface="Trebuchet MS"/>
                <a:sym typeface="Trebuchet MS"/>
              </a:defRPr>
            </a:lvl3pPr>
            <a:lvl4pPr indent="-304800" lvl="3" marL="1828800" algn="l">
              <a:spcBef>
                <a:spcPts val="240"/>
              </a:spcBef>
              <a:spcAft>
                <a:spcPts val="0"/>
              </a:spcAft>
              <a:buClr>
                <a:schemeClr val="dk1"/>
              </a:buClr>
              <a:buSzPts val="1200"/>
              <a:buChar char="–"/>
              <a:defRPr b="0" i="0" sz="1200">
                <a:latin typeface="Trebuchet MS"/>
                <a:ea typeface="Trebuchet MS"/>
                <a:cs typeface="Trebuchet MS"/>
                <a:sym typeface="Trebuchet MS"/>
              </a:defRPr>
            </a:lvl4pPr>
            <a:lvl5pPr indent="-304800" lvl="4" marL="2286000" algn="l">
              <a:spcBef>
                <a:spcPts val="240"/>
              </a:spcBef>
              <a:spcAft>
                <a:spcPts val="0"/>
              </a:spcAft>
              <a:buClr>
                <a:schemeClr val="dk1"/>
              </a:buClr>
              <a:buSzPts val="1200"/>
              <a:buChar char="»"/>
              <a:defRPr b="0" i="0" sz="1200">
                <a:latin typeface="Trebuchet MS"/>
                <a:ea typeface="Trebuchet MS"/>
                <a:cs typeface="Trebuchet MS"/>
                <a:sym typeface="Trebuchet M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0" name="Shape 530"/>
        <p:cNvGrpSpPr/>
        <p:nvPr/>
      </p:nvGrpSpPr>
      <p:grpSpPr>
        <a:xfrm>
          <a:off x="0" y="0"/>
          <a:ext cx="0" cy="0"/>
          <a:chOff x="0" y="0"/>
          <a:chExt cx="0" cy="0"/>
        </a:xfrm>
      </p:grpSpPr>
      <p:sp>
        <p:nvSpPr>
          <p:cNvPr id="531" name="Google Shape;531;p81"/>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2" name="Google Shape;532;p8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3" name="Google Shape;533;p8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4" name="Google Shape;534;p8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35" name="Shape 535"/>
        <p:cNvGrpSpPr/>
        <p:nvPr/>
      </p:nvGrpSpPr>
      <p:grpSpPr>
        <a:xfrm>
          <a:off x="0" y="0"/>
          <a:ext cx="0" cy="0"/>
          <a:chOff x="0" y="0"/>
          <a:chExt cx="0" cy="0"/>
        </a:xfrm>
      </p:grpSpPr>
      <p:sp>
        <p:nvSpPr>
          <p:cNvPr id="536" name="Google Shape;536;p8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500"/>
              <a:buFont typeface="Titillium Web"/>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7" name="Google Shape;537;p82"/>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rmAutofit/>
          </a:bodyPr>
          <a:lstStyle>
            <a:lvl1pPr lvl="0" algn="ctr">
              <a:spcBef>
                <a:spcPts val="360"/>
              </a:spcBef>
              <a:spcAft>
                <a:spcPts val="0"/>
              </a:spcAft>
              <a:buClr>
                <a:schemeClr val="dk1"/>
              </a:buClr>
              <a:buSzPts val="1800"/>
              <a:buNone/>
              <a:defRPr sz="1800"/>
            </a:lvl1pPr>
            <a:lvl2pPr lvl="1" algn="ctr">
              <a:spcBef>
                <a:spcPts val="300"/>
              </a:spcBef>
              <a:spcAft>
                <a:spcPts val="0"/>
              </a:spcAft>
              <a:buClr>
                <a:schemeClr val="dk1"/>
              </a:buClr>
              <a:buSzPts val="1500"/>
              <a:buNone/>
              <a:defRPr sz="1500"/>
            </a:lvl2pPr>
            <a:lvl3pPr lvl="2" algn="ctr">
              <a:spcBef>
                <a:spcPts val="270"/>
              </a:spcBef>
              <a:spcAft>
                <a:spcPts val="0"/>
              </a:spcAft>
              <a:buClr>
                <a:schemeClr val="dk1"/>
              </a:buClr>
              <a:buSzPts val="1350"/>
              <a:buNone/>
              <a:defRPr sz="1350"/>
            </a:lvl3pPr>
            <a:lvl4pPr lvl="3" algn="ctr">
              <a:spcBef>
                <a:spcPts val="240"/>
              </a:spcBef>
              <a:spcAft>
                <a:spcPts val="0"/>
              </a:spcAft>
              <a:buClr>
                <a:schemeClr val="dk1"/>
              </a:buClr>
              <a:buSzPts val="1200"/>
              <a:buNone/>
              <a:defRPr sz="1200"/>
            </a:lvl4pPr>
            <a:lvl5pPr lvl="4" algn="ctr">
              <a:spcBef>
                <a:spcPts val="240"/>
              </a:spcBef>
              <a:spcAft>
                <a:spcPts val="0"/>
              </a:spcAft>
              <a:buClr>
                <a:schemeClr val="dk1"/>
              </a:buClr>
              <a:buSzPts val="1200"/>
              <a:buNone/>
              <a:defRPr sz="1200"/>
            </a:lvl5pPr>
            <a:lvl6pPr lvl="5" algn="ctr">
              <a:spcBef>
                <a:spcPts val="240"/>
              </a:spcBef>
              <a:spcAft>
                <a:spcPts val="0"/>
              </a:spcAft>
              <a:buClr>
                <a:schemeClr val="dk1"/>
              </a:buClr>
              <a:buSzPts val="1200"/>
              <a:buNone/>
              <a:defRPr sz="1200"/>
            </a:lvl6pPr>
            <a:lvl7pPr lvl="6" algn="ctr">
              <a:spcBef>
                <a:spcPts val="240"/>
              </a:spcBef>
              <a:spcAft>
                <a:spcPts val="0"/>
              </a:spcAft>
              <a:buClr>
                <a:schemeClr val="dk1"/>
              </a:buClr>
              <a:buSzPts val="1200"/>
              <a:buNone/>
              <a:defRPr sz="1200"/>
            </a:lvl7pPr>
            <a:lvl8pPr lvl="7" algn="ctr">
              <a:spcBef>
                <a:spcPts val="240"/>
              </a:spcBef>
              <a:spcAft>
                <a:spcPts val="0"/>
              </a:spcAft>
              <a:buClr>
                <a:schemeClr val="dk1"/>
              </a:buClr>
              <a:buSzPts val="1200"/>
              <a:buNone/>
              <a:defRPr sz="1200"/>
            </a:lvl8pPr>
            <a:lvl9pPr lvl="8" algn="ctr">
              <a:spcBef>
                <a:spcPts val="240"/>
              </a:spcBef>
              <a:spcAft>
                <a:spcPts val="0"/>
              </a:spcAft>
              <a:buClr>
                <a:schemeClr val="dk1"/>
              </a:buClr>
              <a:buSzPts val="1200"/>
              <a:buNone/>
              <a:defRPr sz="1200"/>
            </a:lvl9pPr>
          </a:lstStyle>
          <a:p/>
        </p:txBody>
      </p:sp>
      <p:sp>
        <p:nvSpPr>
          <p:cNvPr id="538" name="Google Shape;538;p8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9" name="Google Shape;539;p8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2" Type="http://schemas.openxmlformats.org/officeDocument/2006/relationships/theme" Target="../theme/theme4.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77.xml"/><Relationship Id="rId20" Type="http://schemas.openxmlformats.org/officeDocument/2006/relationships/slideLayout" Target="../slideLayouts/slideLayout57.xml"/><Relationship Id="rId42" Type="http://schemas.openxmlformats.org/officeDocument/2006/relationships/theme" Target="../theme/theme3.xml"/><Relationship Id="rId41" Type="http://schemas.openxmlformats.org/officeDocument/2006/relationships/slideLayout" Target="../slideLayouts/slideLayout78.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slideLayout" Target="../slideLayouts/slideLayout65.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29" Type="http://schemas.openxmlformats.org/officeDocument/2006/relationships/slideLayout" Target="../slideLayouts/slideLayout66.xml"/><Relationship Id="rId7" Type="http://schemas.openxmlformats.org/officeDocument/2006/relationships/slideLayout" Target="../slideLayouts/slideLayout44.xml"/><Relationship Id="rId8" Type="http://schemas.openxmlformats.org/officeDocument/2006/relationships/slideLayout" Target="../slideLayouts/slideLayout45.xml"/><Relationship Id="rId31" Type="http://schemas.openxmlformats.org/officeDocument/2006/relationships/slideLayout" Target="../slideLayouts/slideLayout68.xml"/><Relationship Id="rId30" Type="http://schemas.openxmlformats.org/officeDocument/2006/relationships/slideLayout" Target="../slideLayouts/slideLayout67.xml"/><Relationship Id="rId11" Type="http://schemas.openxmlformats.org/officeDocument/2006/relationships/slideLayout" Target="../slideLayouts/slideLayout48.xml"/><Relationship Id="rId33" Type="http://schemas.openxmlformats.org/officeDocument/2006/relationships/slideLayout" Target="../slideLayouts/slideLayout70.xml"/><Relationship Id="rId10" Type="http://schemas.openxmlformats.org/officeDocument/2006/relationships/slideLayout" Target="../slideLayouts/slideLayout47.xml"/><Relationship Id="rId32" Type="http://schemas.openxmlformats.org/officeDocument/2006/relationships/slideLayout" Target="../slideLayouts/slideLayout69.xml"/><Relationship Id="rId13" Type="http://schemas.openxmlformats.org/officeDocument/2006/relationships/slideLayout" Target="../slideLayouts/slideLayout50.xml"/><Relationship Id="rId35" Type="http://schemas.openxmlformats.org/officeDocument/2006/relationships/slideLayout" Target="../slideLayouts/slideLayout72.xml"/><Relationship Id="rId12" Type="http://schemas.openxmlformats.org/officeDocument/2006/relationships/slideLayout" Target="../slideLayouts/slideLayout49.xml"/><Relationship Id="rId34" Type="http://schemas.openxmlformats.org/officeDocument/2006/relationships/slideLayout" Target="../slideLayouts/slideLayout71.xml"/><Relationship Id="rId15" Type="http://schemas.openxmlformats.org/officeDocument/2006/relationships/slideLayout" Target="../slideLayouts/slideLayout52.xml"/><Relationship Id="rId37" Type="http://schemas.openxmlformats.org/officeDocument/2006/relationships/slideLayout" Target="../slideLayouts/slideLayout74.xml"/><Relationship Id="rId14" Type="http://schemas.openxmlformats.org/officeDocument/2006/relationships/slideLayout" Target="../slideLayouts/slideLayout51.xml"/><Relationship Id="rId36" Type="http://schemas.openxmlformats.org/officeDocument/2006/relationships/slideLayout" Target="../slideLayouts/slideLayout73.xml"/><Relationship Id="rId17" Type="http://schemas.openxmlformats.org/officeDocument/2006/relationships/slideLayout" Target="../slideLayouts/slideLayout54.xml"/><Relationship Id="rId39" Type="http://schemas.openxmlformats.org/officeDocument/2006/relationships/slideLayout" Target="../slideLayouts/slideLayout76.xml"/><Relationship Id="rId16" Type="http://schemas.openxmlformats.org/officeDocument/2006/relationships/slideLayout" Target="../slideLayouts/slideLayout53.xml"/><Relationship Id="rId38" Type="http://schemas.openxmlformats.org/officeDocument/2006/relationships/slideLayout" Target="../slideLayouts/slideLayout75.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2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8" name="Google Shape;158;p2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9" name="Google Shape;159;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0" name="Google Shape;160;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41"/>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Titillium Web"/>
              <a:buNone/>
              <a:defRPr b="0" i="0" sz="4400" u="none" cap="none" strike="noStrike">
                <a:solidFill>
                  <a:schemeClr val="dk1"/>
                </a:solidFill>
                <a:latin typeface="Titillium Web"/>
                <a:ea typeface="Titillium Web"/>
                <a:cs typeface="Titillium Web"/>
                <a:sym typeface="Titillium We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3" name="Google Shape;233;p4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Titillium Web"/>
                <a:ea typeface="Titillium Web"/>
                <a:cs typeface="Titillium Web"/>
                <a:sym typeface="Titillium Web"/>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Titillium Web"/>
                <a:ea typeface="Titillium Web"/>
                <a:cs typeface="Titillium Web"/>
                <a:sym typeface="Titillium Web"/>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4" name="Google Shape;234;p4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B8F"/>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5" name="Google Shape;235;p4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B8F"/>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6" name="Google Shape;236;p4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B8F"/>
                </a:solidFill>
                <a:latin typeface="Calibri"/>
                <a:ea typeface="Calibri"/>
                <a:cs typeface="Calibri"/>
                <a:sym typeface="Calibri"/>
              </a:defRPr>
            </a:lvl1pPr>
            <a:lvl2pPr indent="0" lvl="1" marL="0" marR="0" algn="r">
              <a:spcBef>
                <a:spcPts val="0"/>
              </a:spcBef>
              <a:buNone/>
              <a:defRPr b="0" i="0" sz="1200" u="none" cap="none" strike="noStrike">
                <a:solidFill>
                  <a:srgbClr val="888B8F"/>
                </a:solidFill>
                <a:latin typeface="Calibri"/>
                <a:ea typeface="Calibri"/>
                <a:cs typeface="Calibri"/>
                <a:sym typeface="Calibri"/>
              </a:defRPr>
            </a:lvl2pPr>
            <a:lvl3pPr indent="0" lvl="2" marL="0" marR="0" algn="r">
              <a:spcBef>
                <a:spcPts val="0"/>
              </a:spcBef>
              <a:buNone/>
              <a:defRPr b="0" i="0" sz="1200" u="none" cap="none" strike="noStrike">
                <a:solidFill>
                  <a:srgbClr val="888B8F"/>
                </a:solidFill>
                <a:latin typeface="Calibri"/>
                <a:ea typeface="Calibri"/>
                <a:cs typeface="Calibri"/>
                <a:sym typeface="Calibri"/>
              </a:defRPr>
            </a:lvl3pPr>
            <a:lvl4pPr indent="0" lvl="3" marL="0" marR="0" algn="r">
              <a:spcBef>
                <a:spcPts val="0"/>
              </a:spcBef>
              <a:buNone/>
              <a:defRPr b="0" i="0" sz="1200" u="none" cap="none" strike="noStrike">
                <a:solidFill>
                  <a:srgbClr val="888B8F"/>
                </a:solidFill>
                <a:latin typeface="Calibri"/>
                <a:ea typeface="Calibri"/>
                <a:cs typeface="Calibri"/>
                <a:sym typeface="Calibri"/>
              </a:defRPr>
            </a:lvl4pPr>
            <a:lvl5pPr indent="0" lvl="4" marL="0" marR="0" algn="r">
              <a:spcBef>
                <a:spcPts val="0"/>
              </a:spcBef>
              <a:buNone/>
              <a:defRPr b="0" i="0" sz="1200" u="none" cap="none" strike="noStrike">
                <a:solidFill>
                  <a:srgbClr val="888B8F"/>
                </a:solidFill>
                <a:latin typeface="Calibri"/>
                <a:ea typeface="Calibri"/>
                <a:cs typeface="Calibri"/>
                <a:sym typeface="Calibri"/>
              </a:defRPr>
            </a:lvl5pPr>
            <a:lvl6pPr indent="0" lvl="5" marL="0" marR="0" algn="r">
              <a:spcBef>
                <a:spcPts val="0"/>
              </a:spcBef>
              <a:buNone/>
              <a:defRPr b="0" i="0" sz="1200" u="none" cap="none" strike="noStrike">
                <a:solidFill>
                  <a:srgbClr val="888B8F"/>
                </a:solidFill>
                <a:latin typeface="Calibri"/>
                <a:ea typeface="Calibri"/>
                <a:cs typeface="Calibri"/>
                <a:sym typeface="Calibri"/>
              </a:defRPr>
            </a:lvl6pPr>
            <a:lvl7pPr indent="0" lvl="6" marL="0" marR="0" algn="r">
              <a:spcBef>
                <a:spcPts val="0"/>
              </a:spcBef>
              <a:buNone/>
              <a:defRPr b="0" i="0" sz="1200" u="none" cap="none" strike="noStrike">
                <a:solidFill>
                  <a:srgbClr val="888B8F"/>
                </a:solidFill>
                <a:latin typeface="Calibri"/>
                <a:ea typeface="Calibri"/>
                <a:cs typeface="Calibri"/>
                <a:sym typeface="Calibri"/>
              </a:defRPr>
            </a:lvl7pPr>
            <a:lvl8pPr indent="0" lvl="7" marL="0" marR="0" algn="r">
              <a:spcBef>
                <a:spcPts val="0"/>
              </a:spcBef>
              <a:buNone/>
              <a:defRPr b="0" i="0" sz="1200" u="none" cap="none" strike="noStrike">
                <a:solidFill>
                  <a:srgbClr val="888B8F"/>
                </a:solidFill>
                <a:latin typeface="Calibri"/>
                <a:ea typeface="Calibri"/>
                <a:cs typeface="Calibri"/>
                <a:sym typeface="Calibri"/>
              </a:defRPr>
            </a:lvl8pPr>
            <a:lvl9pPr indent="0" lvl="8" marL="0" marR="0" algn="r">
              <a:spcBef>
                <a:spcPts val="0"/>
              </a:spcBef>
              <a:buNone/>
              <a:defRPr b="0" i="0" sz="1200" u="none" cap="none" strike="noStrike">
                <a:solidFill>
                  <a:srgbClr val="888B8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3.jpg"/><Relationship Id="rId4" Type="http://schemas.openxmlformats.org/officeDocument/2006/relationships/image" Target="../media/image16.png"/><Relationship Id="rId5"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3.jpg"/><Relationship Id="rId4" Type="http://schemas.openxmlformats.org/officeDocument/2006/relationships/image" Target="../media/image2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 Id="rId3" Type="http://schemas.openxmlformats.org/officeDocument/2006/relationships/image" Target="../media/image2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1.jpg"/><Relationship Id="rId4"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83"/>
          <p:cNvSpPr txBox="1"/>
          <p:nvPr>
            <p:ph type="title"/>
          </p:nvPr>
        </p:nvSpPr>
        <p:spPr>
          <a:xfrm>
            <a:off x="331850" y="38599"/>
            <a:ext cx="8229600" cy="1190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60"/>
              <a:buFont typeface="Calibri"/>
              <a:buNone/>
            </a:pPr>
            <a:r>
              <a:rPr lang="en" sz="2660"/>
              <a:t>NextGen A.I.R. </a:t>
            </a:r>
            <a:r>
              <a:rPr lang="en" sz="2660"/>
              <a:t>Academy &amp;</a:t>
            </a:r>
            <a:r>
              <a:rPr lang="en" sz="2660"/>
              <a:t> Smart Factory </a:t>
            </a:r>
            <a:endParaRPr sz="2660"/>
          </a:p>
          <a:p>
            <a:pPr indent="0" lvl="0" marL="0" rtl="0" algn="ctr">
              <a:spcBef>
                <a:spcPts val="0"/>
              </a:spcBef>
              <a:spcAft>
                <a:spcPts val="0"/>
              </a:spcAft>
              <a:buClr>
                <a:schemeClr val="dk1"/>
              </a:buClr>
              <a:buSzPts val="3960"/>
              <a:buFont typeface="Calibri"/>
              <a:buNone/>
            </a:pPr>
            <a:r>
              <a:rPr lang="en" sz="2660"/>
              <a:t>For The State of Ohio</a:t>
            </a:r>
            <a:endParaRPr sz="2660"/>
          </a:p>
        </p:txBody>
      </p:sp>
      <p:pic>
        <p:nvPicPr>
          <p:cNvPr id="545" name="Google Shape;545;p83" title="(Upload-from-mobile-1760738350)20250612_090151.jpg"/>
          <p:cNvPicPr preferRelativeResize="0"/>
          <p:nvPr/>
        </p:nvPicPr>
        <p:blipFill>
          <a:blip r:embed="rId3">
            <a:alphaModFix/>
          </a:blip>
          <a:stretch>
            <a:fillRect/>
          </a:stretch>
        </p:blipFill>
        <p:spPr>
          <a:xfrm>
            <a:off x="1207112" y="1097377"/>
            <a:ext cx="6729774" cy="3141426"/>
          </a:xfrm>
          <a:prstGeom prst="rect">
            <a:avLst/>
          </a:prstGeom>
          <a:noFill/>
          <a:ln>
            <a:noFill/>
          </a:ln>
        </p:spPr>
      </p:pic>
      <p:sp>
        <p:nvSpPr>
          <p:cNvPr id="546" name="Google Shape;546;p83"/>
          <p:cNvSpPr txBox="1"/>
          <p:nvPr/>
        </p:nvSpPr>
        <p:spPr>
          <a:xfrm>
            <a:off x="842450" y="4416469"/>
            <a:ext cx="7208400" cy="6156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chemeClr val="dk1"/>
              </a:buClr>
              <a:buSzPts val="1100"/>
              <a:buFont typeface="Arial"/>
              <a:buNone/>
            </a:pPr>
            <a:r>
              <a:rPr b="1" lang="en">
                <a:solidFill>
                  <a:schemeClr val="dk1"/>
                </a:solidFill>
              </a:rPr>
              <a:t>The ICR24/7 Smart Factory in IL -This facility serves as </a:t>
            </a:r>
            <a:endParaRPr b="1">
              <a:solidFill>
                <a:schemeClr val="dk1"/>
              </a:solidFill>
            </a:endParaRPr>
          </a:p>
          <a:p>
            <a:pPr indent="0" lvl="0" marL="0" rtl="0" algn="ctr">
              <a:lnSpc>
                <a:spcPct val="100000"/>
              </a:lnSpc>
              <a:spcBef>
                <a:spcPts val="0"/>
              </a:spcBef>
              <a:spcAft>
                <a:spcPts val="0"/>
              </a:spcAft>
              <a:buClr>
                <a:schemeClr val="dk1"/>
              </a:buClr>
              <a:buSzPts val="1100"/>
              <a:buFont typeface="Arial"/>
              <a:buNone/>
            </a:pPr>
            <a:r>
              <a:rPr b="1" lang="en">
                <a:solidFill>
                  <a:schemeClr val="dk1"/>
                </a:solidFill>
              </a:rPr>
              <a:t>a proof-of-concept for the NextGen A.I.R. model </a:t>
            </a:r>
            <a:endParaRPr b="1" sz="3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4"/>
          <p:cNvSpPr txBox="1"/>
          <p:nvPr>
            <p:ph type="title"/>
          </p:nvPr>
        </p:nvSpPr>
        <p:spPr>
          <a:xfrm>
            <a:off x="457200" y="205974"/>
            <a:ext cx="8229600" cy="994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29412"/>
              <a:buFont typeface="Calibri"/>
              <a:buNone/>
            </a:pPr>
            <a:r>
              <a:rPr lang="en" sz="3400">
                <a:solidFill>
                  <a:srgbClr val="0000FF"/>
                </a:solidFill>
              </a:rPr>
              <a:t>MARKET RESEARCH</a:t>
            </a:r>
            <a:endParaRPr sz="3400">
              <a:solidFill>
                <a:srgbClr val="0000FF"/>
              </a:solidFill>
            </a:endParaRPr>
          </a:p>
          <a:p>
            <a:pPr indent="0" lvl="0" marL="0" rtl="0" algn="ctr">
              <a:spcBef>
                <a:spcPts val="0"/>
              </a:spcBef>
              <a:spcAft>
                <a:spcPts val="0"/>
              </a:spcAft>
              <a:buClr>
                <a:schemeClr val="dk1"/>
              </a:buClr>
              <a:buSzPct val="100000"/>
              <a:buFont typeface="Calibri"/>
              <a:buNone/>
            </a:pPr>
            <a:r>
              <a:rPr lang="en"/>
              <a:t>Ohio Manufacturing Landscape</a:t>
            </a:r>
            <a:endParaRPr/>
          </a:p>
        </p:txBody>
      </p:sp>
      <p:sp>
        <p:nvSpPr>
          <p:cNvPr id="552" name="Google Shape;552;p84"/>
          <p:cNvSpPr txBox="1"/>
          <p:nvPr>
            <p:ph idx="1" type="body"/>
          </p:nvPr>
        </p:nvSpPr>
        <p:spPr>
          <a:xfrm>
            <a:off x="457200" y="1538500"/>
            <a:ext cx="8229600" cy="33945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None/>
            </a:pPr>
            <a:r>
              <a:rPr b="1" lang="en" sz="2200"/>
              <a:t>Strategic Advantages</a:t>
            </a:r>
            <a:endParaRPr sz="2200"/>
          </a:p>
          <a:p>
            <a:pPr indent="0" lvl="0" marL="0" rtl="0" algn="l">
              <a:spcBef>
                <a:spcPts val="0"/>
              </a:spcBef>
              <a:spcAft>
                <a:spcPts val="0"/>
              </a:spcAft>
              <a:buClr>
                <a:schemeClr val="dk1"/>
              </a:buClr>
              <a:buSzPts val="3200"/>
              <a:buNone/>
            </a:pPr>
            <a:r>
              <a:rPr b="1" lang="en" sz="2200"/>
              <a:t>Ohio’s $130B+ Manufacturing Sector Needs:</a:t>
            </a:r>
            <a:r>
              <a:rPr lang="en" sz="2200"/>
              <a:t> - 155,000 skilled workers by 2030 - 5-7% annual sheet metal fabrication growth</a:t>
            </a:r>
            <a:endParaRPr sz="2200"/>
          </a:p>
          <a:p>
            <a:pPr indent="0" lvl="0" marL="0" rtl="0" algn="l">
              <a:spcBef>
                <a:spcPts val="0"/>
              </a:spcBef>
              <a:spcAft>
                <a:spcPts val="0"/>
              </a:spcAft>
              <a:buClr>
                <a:schemeClr val="dk1"/>
              </a:buClr>
              <a:buSzPts val="3200"/>
              <a:buNone/>
            </a:pPr>
            <a:r>
              <a:t/>
            </a:r>
            <a:endParaRPr sz="2200"/>
          </a:p>
          <a:p>
            <a:pPr indent="0" lvl="0" marL="0" rtl="0" algn="l">
              <a:spcBef>
                <a:spcPts val="0"/>
              </a:spcBef>
              <a:spcAft>
                <a:spcPts val="0"/>
              </a:spcAft>
              <a:buClr>
                <a:schemeClr val="dk1"/>
              </a:buClr>
              <a:buSzPts val="3200"/>
              <a:buNone/>
            </a:pPr>
            <a:r>
              <a:rPr b="1" lang="en" sz="2200"/>
              <a:t>Target Population:</a:t>
            </a:r>
            <a:r>
              <a:rPr lang="en" sz="2200"/>
              <a:t> - 25,000 under-resourced youth in tri-cities - 50-69% unemployment rates - $10k-$13k annual government costs per person</a:t>
            </a:r>
            <a:endParaRPr sz="2200"/>
          </a:p>
          <a:p>
            <a:pPr indent="0" lvl="0" marL="0" rtl="0" algn="l">
              <a:spcBef>
                <a:spcPts val="0"/>
              </a:spcBef>
              <a:spcAft>
                <a:spcPts val="0"/>
              </a:spcAft>
              <a:buClr>
                <a:schemeClr val="dk1"/>
              </a:buClr>
              <a:buSzPts val="3200"/>
              <a:buNone/>
            </a:pPr>
            <a:r>
              <a:t/>
            </a:r>
            <a:endParaRPr sz="2200"/>
          </a:p>
          <a:p>
            <a:pPr indent="0" lvl="0" marL="0" rtl="0" algn="l">
              <a:spcBef>
                <a:spcPts val="0"/>
              </a:spcBef>
              <a:spcAft>
                <a:spcPts val="0"/>
              </a:spcAft>
              <a:buClr>
                <a:schemeClr val="dk1"/>
              </a:buClr>
              <a:buSzPts val="3200"/>
              <a:buNone/>
            </a:pPr>
            <a:r>
              <a:rPr b="1" lang="en" sz="2200"/>
              <a:t>Reshoring Trend:</a:t>
            </a:r>
            <a:r>
              <a:rPr lang="en" sz="2200"/>
              <a:t> - 16% shift to domestic production - Reduced tariffs and supply chain risks</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5"/>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“Oh, That Will Work!” - Kip Morris</a:t>
            </a:r>
            <a:endParaRPr/>
          </a:p>
        </p:txBody>
      </p:sp>
      <p:pic>
        <p:nvPicPr>
          <p:cNvPr id="558" name="Google Shape;558;p85" title="20250228_134617.jpg"/>
          <p:cNvPicPr preferRelativeResize="0"/>
          <p:nvPr/>
        </p:nvPicPr>
        <p:blipFill>
          <a:blip r:embed="rId3">
            <a:alphaModFix/>
          </a:blip>
          <a:stretch>
            <a:fillRect/>
          </a:stretch>
        </p:blipFill>
        <p:spPr>
          <a:xfrm>
            <a:off x="551400" y="1352455"/>
            <a:ext cx="8041201" cy="37536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6"/>
          <p:cNvSpPr txBox="1"/>
          <p:nvPr>
            <p:ph type="title"/>
          </p:nvPr>
        </p:nvSpPr>
        <p:spPr>
          <a:xfrm>
            <a:off x="457200" y="205974"/>
            <a:ext cx="8229600" cy="10464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NextGen A.I.R.’s Collaborative Presentation Team</a:t>
            </a:r>
            <a:endParaRPr/>
          </a:p>
        </p:txBody>
      </p:sp>
      <p:sp>
        <p:nvSpPr>
          <p:cNvPr id="564" name="Google Shape;564;p86"/>
          <p:cNvSpPr txBox="1"/>
          <p:nvPr>
            <p:ph idx="1" type="body"/>
          </p:nvPr>
        </p:nvSpPr>
        <p:spPr>
          <a:xfrm>
            <a:off x="457200" y="1076423"/>
            <a:ext cx="8229600" cy="3943500"/>
          </a:xfrm>
          <a:prstGeom prst="rect">
            <a:avLst/>
          </a:prstGeom>
        </p:spPr>
        <p:txBody>
          <a:bodyPr anchorCtr="0" anchor="t" bIns="45700" lIns="91425" spcFirstLastPara="1" rIns="91425" wrap="square" tIns="45700">
            <a:normAutofit lnSpcReduction="20000"/>
          </a:bodyPr>
          <a:lstStyle/>
          <a:p>
            <a:pPr indent="0" lvl="0" marL="0" rtl="0" algn="ctr">
              <a:lnSpc>
                <a:spcPct val="90000"/>
              </a:lnSpc>
              <a:spcBef>
                <a:spcPts val="360"/>
              </a:spcBef>
              <a:spcAft>
                <a:spcPts val="0"/>
              </a:spcAft>
              <a:buNone/>
            </a:pPr>
            <a:r>
              <a:t/>
            </a:r>
            <a:endParaRPr b="1" sz="2500"/>
          </a:p>
          <a:p>
            <a:pPr indent="0" lvl="0" marL="0" rtl="0" algn="ctr">
              <a:lnSpc>
                <a:spcPct val="90000"/>
              </a:lnSpc>
              <a:spcBef>
                <a:spcPts val="360"/>
              </a:spcBef>
              <a:spcAft>
                <a:spcPts val="0"/>
              </a:spcAft>
              <a:buNone/>
            </a:pPr>
            <a:r>
              <a:rPr b="1" lang="en" sz="2500"/>
              <a:t>Dr. Jerry Farley,</a:t>
            </a:r>
            <a:r>
              <a:rPr lang="en" sz="2500"/>
              <a:t> </a:t>
            </a:r>
            <a:r>
              <a:rPr lang="en" sz="2500"/>
              <a:t>VP of</a:t>
            </a:r>
            <a:r>
              <a:rPr lang="en" sz="2500"/>
              <a:t> Career Technical Education, </a:t>
            </a:r>
            <a:endParaRPr sz="2500"/>
          </a:p>
          <a:p>
            <a:pPr indent="0" lvl="0" marL="0" rtl="0" algn="ctr">
              <a:lnSpc>
                <a:spcPct val="90000"/>
              </a:lnSpc>
              <a:spcBef>
                <a:spcPts val="360"/>
              </a:spcBef>
              <a:spcAft>
                <a:spcPts val="0"/>
              </a:spcAft>
              <a:buNone/>
            </a:pPr>
            <a:r>
              <a:rPr lang="en" sz="2500"/>
              <a:t>Oakmont Education</a:t>
            </a:r>
            <a:endParaRPr sz="2500"/>
          </a:p>
          <a:p>
            <a:pPr indent="0" lvl="0" marL="0" rtl="0" algn="ctr">
              <a:lnSpc>
                <a:spcPct val="90000"/>
              </a:lnSpc>
              <a:spcBef>
                <a:spcPts val="360"/>
              </a:spcBef>
              <a:spcAft>
                <a:spcPts val="0"/>
              </a:spcAft>
              <a:buNone/>
            </a:pPr>
            <a:r>
              <a:t/>
            </a:r>
            <a:endParaRPr sz="2500"/>
          </a:p>
          <a:p>
            <a:pPr indent="0" lvl="0" marL="0" rtl="0" algn="ctr">
              <a:lnSpc>
                <a:spcPct val="90000"/>
              </a:lnSpc>
              <a:spcBef>
                <a:spcPts val="360"/>
              </a:spcBef>
              <a:spcAft>
                <a:spcPts val="0"/>
              </a:spcAft>
              <a:buNone/>
            </a:pPr>
            <a:r>
              <a:rPr b="1" lang="en" sz="2500"/>
              <a:t>Clint Chapman, </a:t>
            </a:r>
            <a:r>
              <a:rPr lang="en" sz="2500"/>
              <a:t>Sr. Manager Strategic Partner Relations For Education/Workforce Development, Yaskawa Motoman</a:t>
            </a:r>
            <a:endParaRPr sz="2500"/>
          </a:p>
          <a:p>
            <a:pPr indent="0" lvl="0" marL="0" rtl="0" algn="ctr">
              <a:lnSpc>
                <a:spcPct val="90000"/>
              </a:lnSpc>
              <a:spcBef>
                <a:spcPts val="360"/>
              </a:spcBef>
              <a:spcAft>
                <a:spcPts val="0"/>
              </a:spcAft>
              <a:buNone/>
            </a:pPr>
            <a:r>
              <a:t/>
            </a:r>
            <a:endParaRPr sz="2500"/>
          </a:p>
          <a:p>
            <a:pPr indent="0" lvl="0" marL="0" rtl="0" algn="ctr">
              <a:lnSpc>
                <a:spcPct val="90000"/>
              </a:lnSpc>
              <a:spcBef>
                <a:spcPts val="360"/>
              </a:spcBef>
              <a:spcAft>
                <a:spcPts val="0"/>
              </a:spcAft>
              <a:buNone/>
            </a:pPr>
            <a:r>
              <a:rPr b="1" lang="en" sz="2500"/>
              <a:t>Steven Roe, Sr MA </a:t>
            </a:r>
            <a:r>
              <a:rPr lang="en" sz="2500"/>
              <a:t>Strategy Business Management Advisor,	</a:t>
            </a:r>
            <a:endParaRPr sz="2500"/>
          </a:p>
          <a:p>
            <a:pPr indent="0" lvl="0" marL="0" rtl="0" algn="ctr">
              <a:lnSpc>
                <a:spcPct val="90000"/>
              </a:lnSpc>
              <a:spcBef>
                <a:spcPts val="360"/>
              </a:spcBef>
              <a:spcAft>
                <a:spcPts val="0"/>
              </a:spcAft>
              <a:buNone/>
            </a:pPr>
            <a:r>
              <a:rPr lang="en" sz="2500"/>
              <a:t>CEO NextGen A.I.R. Smart Factory</a:t>
            </a:r>
            <a:endParaRPr sz="2500"/>
          </a:p>
          <a:p>
            <a:pPr indent="0" lvl="0" marL="0" rtl="0" algn="ctr">
              <a:lnSpc>
                <a:spcPct val="90000"/>
              </a:lnSpc>
              <a:spcBef>
                <a:spcPts val="360"/>
              </a:spcBef>
              <a:spcAft>
                <a:spcPts val="0"/>
              </a:spcAft>
              <a:buNone/>
            </a:pPr>
            <a:r>
              <a:t/>
            </a:r>
            <a:endParaRPr sz="2500"/>
          </a:p>
          <a:p>
            <a:pPr indent="0" lvl="0" marL="0" rtl="0" algn="ctr">
              <a:lnSpc>
                <a:spcPct val="90000"/>
              </a:lnSpc>
              <a:spcBef>
                <a:spcPts val="360"/>
              </a:spcBef>
              <a:spcAft>
                <a:spcPts val="0"/>
              </a:spcAft>
              <a:buNone/>
            </a:pPr>
            <a:r>
              <a:rPr b="1" lang="en" sz="2500"/>
              <a:t>Jalyn Q. Roe,</a:t>
            </a:r>
            <a:r>
              <a:rPr lang="en" sz="2500"/>
              <a:t> Strategic Impact-Partner Relations, </a:t>
            </a:r>
            <a:endParaRPr sz="2500"/>
          </a:p>
          <a:p>
            <a:pPr indent="0" lvl="0" marL="0" rtl="0" algn="ctr">
              <a:lnSpc>
                <a:spcPct val="90000"/>
              </a:lnSpc>
              <a:spcBef>
                <a:spcPts val="360"/>
              </a:spcBef>
              <a:spcAft>
                <a:spcPts val="0"/>
              </a:spcAft>
              <a:buNone/>
            </a:pPr>
            <a:r>
              <a:rPr lang="en" sz="2500"/>
              <a:t>Executive</a:t>
            </a:r>
            <a:r>
              <a:rPr lang="en" sz="2500"/>
              <a:t> Director, NextGen A.I.R. Academy  </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87"/>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NextGen A.I.R’s Mission</a:t>
            </a:r>
            <a:endParaRPr/>
          </a:p>
        </p:txBody>
      </p:sp>
      <p:sp>
        <p:nvSpPr>
          <p:cNvPr id="570" name="Google Shape;570;p87"/>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000"/>
              </a:spcBef>
              <a:spcAft>
                <a:spcPts val="0"/>
              </a:spcAft>
              <a:buNone/>
            </a:pPr>
            <a:r>
              <a:rPr b="1" lang="en"/>
              <a:t>Our Mission:</a:t>
            </a:r>
            <a:r>
              <a:rPr lang="en"/>
              <a:t> </a:t>
            </a:r>
            <a:endParaRPr/>
          </a:p>
          <a:p>
            <a:pPr indent="0" lvl="0" marL="0" rtl="0" algn="l">
              <a:spcBef>
                <a:spcPts val="36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8"/>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NextGen A.I.R. Advisory Team</a:t>
            </a:r>
            <a:endParaRPr/>
          </a:p>
        </p:txBody>
      </p:sp>
      <p:sp>
        <p:nvSpPr>
          <p:cNvPr id="576" name="Google Shape;576;p88"/>
          <p:cNvSpPr txBox="1"/>
          <p:nvPr>
            <p:ph idx="1" type="body"/>
          </p:nvPr>
        </p:nvSpPr>
        <p:spPr>
          <a:xfrm>
            <a:off x="457200" y="1200150"/>
            <a:ext cx="8686800" cy="5143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pic>
        <p:nvPicPr>
          <p:cNvPr id="577" name="Google Shape;577;p88" title="20250425_102949.jpg"/>
          <p:cNvPicPr preferRelativeResize="0"/>
          <p:nvPr/>
        </p:nvPicPr>
        <p:blipFill rotWithShape="1">
          <a:blip r:embed="rId3">
            <a:alphaModFix/>
          </a:blip>
          <a:srcRect b="59079" l="24537" r="39627" t="14630"/>
          <a:stretch/>
        </p:blipFill>
        <p:spPr>
          <a:xfrm>
            <a:off x="728373" y="1319261"/>
            <a:ext cx="2315551" cy="792949"/>
          </a:xfrm>
          <a:prstGeom prst="rect">
            <a:avLst/>
          </a:prstGeom>
          <a:noFill/>
          <a:ln>
            <a:noFill/>
          </a:ln>
        </p:spPr>
      </p:pic>
      <p:sp>
        <p:nvSpPr>
          <p:cNvPr id="578" name="Google Shape;578;p88"/>
          <p:cNvSpPr txBox="1"/>
          <p:nvPr/>
        </p:nvSpPr>
        <p:spPr>
          <a:xfrm>
            <a:off x="4212600" y="1063375"/>
            <a:ext cx="4821900" cy="14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400"/>
              </a:spcAft>
              <a:buClr>
                <a:schemeClr val="dk1"/>
              </a:buClr>
              <a:buSzPts val="3200"/>
              <a:buFont typeface="Arial"/>
              <a:buNone/>
            </a:pPr>
            <a:r>
              <a:rPr b="1" lang="en" sz="2400">
                <a:solidFill>
                  <a:schemeClr val="dk1"/>
                </a:solidFill>
                <a:latin typeface="Calibri"/>
                <a:ea typeface="Calibri"/>
                <a:cs typeface="Calibri"/>
                <a:sym typeface="Calibri"/>
              </a:rPr>
              <a:t>Traci Spencer - Director of Government Programs |</a:t>
            </a:r>
            <a:r>
              <a:rPr lang="en" sz="1800">
                <a:solidFill>
                  <a:srgbClr val="002A3A"/>
                </a:solidFill>
                <a:latin typeface="Calibri"/>
                <a:ea typeface="Calibri"/>
                <a:cs typeface="Calibri"/>
                <a:sym typeface="Calibri"/>
              </a:rPr>
              <a:t>Former Position </a:t>
            </a:r>
            <a:r>
              <a:rPr b="1" lang="en" sz="1800">
                <a:solidFill>
                  <a:srgbClr val="002A3A"/>
                </a:solidFill>
                <a:latin typeface="Calibri"/>
                <a:ea typeface="Calibri"/>
                <a:cs typeface="Calibri"/>
                <a:sym typeface="Calibri"/>
              </a:rPr>
              <a:t>Associate Director, Ohio MEP OH Department of Development Strategic Investments Division</a:t>
            </a:r>
            <a:endParaRPr b="1" sz="1800">
              <a:solidFill>
                <a:schemeClr val="dk1"/>
              </a:solidFill>
              <a:latin typeface="Calibri"/>
              <a:ea typeface="Calibri"/>
              <a:cs typeface="Calibri"/>
              <a:sym typeface="Calibri"/>
            </a:endParaRPr>
          </a:p>
        </p:txBody>
      </p:sp>
      <p:sp>
        <p:nvSpPr>
          <p:cNvPr id="579" name="Google Shape;579;p88"/>
          <p:cNvSpPr txBox="1"/>
          <p:nvPr/>
        </p:nvSpPr>
        <p:spPr>
          <a:xfrm>
            <a:off x="4212600" y="2571738"/>
            <a:ext cx="4637100" cy="1122300"/>
          </a:xfrm>
          <a:prstGeom prst="rect">
            <a:avLst/>
          </a:prstGeom>
          <a:noFill/>
          <a:ln>
            <a:noFill/>
          </a:ln>
        </p:spPr>
        <p:txBody>
          <a:bodyPr anchorCtr="0" anchor="t" bIns="91425" lIns="91425" spcFirstLastPara="1" rIns="91425" wrap="square" tIns="91425">
            <a:noAutofit/>
          </a:bodyPr>
          <a:lstStyle/>
          <a:p>
            <a:pPr indent="0" lvl="0" marL="0" rtl="0" algn="ctr">
              <a:spcBef>
                <a:spcPts val="3000"/>
              </a:spcBef>
              <a:spcAft>
                <a:spcPts val="0"/>
              </a:spcAft>
              <a:buClr>
                <a:schemeClr val="dk1"/>
              </a:buClr>
              <a:buSzPts val="3200"/>
              <a:buFont typeface="Arial"/>
              <a:buNone/>
            </a:pPr>
            <a:r>
              <a:rPr b="1" lang="en" sz="2400">
                <a:solidFill>
                  <a:schemeClr val="dk1"/>
                </a:solidFill>
                <a:latin typeface="Calibri"/>
                <a:ea typeface="Calibri"/>
                <a:cs typeface="Calibri"/>
                <a:sym typeface="Calibri"/>
              </a:rPr>
              <a:t>Anton Koretskov -  Engineer &amp; CEO ICR247 </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0" name="Google Shape;580;p88"/>
          <p:cNvSpPr txBox="1"/>
          <p:nvPr/>
        </p:nvSpPr>
        <p:spPr>
          <a:xfrm>
            <a:off x="4212600" y="3679353"/>
            <a:ext cx="4474200" cy="12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Clint Chapman - Senior Manager Strategic Partner Relations</a:t>
            </a:r>
            <a:endParaRPr sz="2400">
              <a:solidFill>
                <a:schemeClr val="dk1"/>
              </a:solidFill>
              <a:latin typeface="Calibri"/>
              <a:ea typeface="Calibri"/>
              <a:cs typeface="Calibri"/>
              <a:sym typeface="Calibri"/>
            </a:endParaRPr>
          </a:p>
        </p:txBody>
      </p:sp>
      <p:pic>
        <p:nvPicPr>
          <p:cNvPr id="581" name="Google Shape;581;p88" title="ICR247.png"/>
          <p:cNvPicPr preferRelativeResize="0"/>
          <p:nvPr/>
        </p:nvPicPr>
        <p:blipFill rotWithShape="1">
          <a:blip r:embed="rId4">
            <a:alphaModFix/>
          </a:blip>
          <a:srcRect b="18666" l="0" r="0" t="29210"/>
          <a:stretch/>
        </p:blipFill>
        <p:spPr>
          <a:xfrm>
            <a:off x="815186" y="2517949"/>
            <a:ext cx="2141925" cy="1122300"/>
          </a:xfrm>
          <a:prstGeom prst="rect">
            <a:avLst/>
          </a:prstGeom>
          <a:noFill/>
          <a:ln>
            <a:noFill/>
          </a:ln>
        </p:spPr>
      </p:pic>
      <p:pic>
        <p:nvPicPr>
          <p:cNvPr id="582" name="Google Shape;582;p88" title="Yaskawa Logo - Blue.png"/>
          <p:cNvPicPr preferRelativeResize="0"/>
          <p:nvPr/>
        </p:nvPicPr>
        <p:blipFill>
          <a:blip r:embed="rId5">
            <a:alphaModFix/>
          </a:blip>
          <a:stretch>
            <a:fillRect/>
          </a:stretch>
        </p:blipFill>
        <p:spPr>
          <a:xfrm>
            <a:off x="562075" y="4046000"/>
            <a:ext cx="2648146" cy="68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89"/>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NextGen A.I.R. Advisory Team</a:t>
            </a:r>
            <a:endParaRPr/>
          </a:p>
        </p:txBody>
      </p:sp>
      <p:sp>
        <p:nvSpPr>
          <p:cNvPr id="588" name="Google Shape;588;p89"/>
          <p:cNvSpPr txBox="1"/>
          <p:nvPr>
            <p:ph idx="1" type="body"/>
          </p:nvPr>
        </p:nvSpPr>
        <p:spPr>
          <a:xfrm>
            <a:off x="457200" y="1200150"/>
            <a:ext cx="8686800" cy="5143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pic>
        <p:nvPicPr>
          <p:cNvPr id="589" name="Google Shape;589;p89" title="20250425_102949.jpg"/>
          <p:cNvPicPr preferRelativeResize="0"/>
          <p:nvPr/>
        </p:nvPicPr>
        <p:blipFill rotWithShape="1">
          <a:blip r:embed="rId3">
            <a:alphaModFix/>
          </a:blip>
          <a:srcRect b="59079" l="24537" r="39627" t="14630"/>
          <a:stretch/>
        </p:blipFill>
        <p:spPr>
          <a:xfrm>
            <a:off x="728373" y="1149011"/>
            <a:ext cx="2315551" cy="792949"/>
          </a:xfrm>
          <a:prstGeom prst="rect">
            <a:avLst/>
          </a:prstGeom>
          <a:noFill/>
          <a:ln>
            <a:noFill/>
          </a:ln>
        </p:spPr>
      </p:pic>
      <p:sp>
        <p:nvSpPr>
          <p:cNvPr id="590" name="Google Shape;590;p89"/>
          <p:cNvSpPr txBox="1"/>
          <p:nvPr/>
        </p:nvSpPr>
        <p:spPr>
          <a:xfrm>
            <a:off x="4115350" y="2036125"/>
            <a:ext cx="4821900" cy="23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3200"/>
              <a:buFont typeface="Arial"/>
              <a:buNone/>
            </a:pPr>
            <a:r>
              <a:rPr b="1" lang="en" sz="2400">
                <a:solidFill>
                  <a:schemeClr val="dk1"/>
                </a:solidFill>
                <a:latin typeface="Calibri"/>
                <a:ea typeface="Calibri"/>
                <a:cs typeface="Calibri"/>
                <a:sym typeface="Calibri"/>
              </a:rPr>
              <a:t>Traci Spencer - Director of Government Programs |</a:t>
            </a:r>
            <a:endParaRPr b="1" sz="2400">
              <a:solidFill>
                <a:schemeClr val="dk1"/>
              </a:solidFill>
              <a:latin typeface="Calibri"/>
              <a:ea typeface="Calibri"/>
              <a:cs typeface="Calibri"/>
              <a:sym typeface="Calibri"/>
            </a:endParaRPr>
          </a:p>
          <a:p>
            <a:pPr indent="0" lvl="0" marL="0" rtl="0" algn="l">
              <a:spcBef>
                <a:spcPts val="400"/>
              </a:spcBef>
              <a:spcAft>
                <a:spcPts val="0"/>
              </a:spcAft>
              <a:buClr>
                <a:schemeClr val="dk1"/>
              </a:buClr>
              <a:buSzPts val="3200"/>
              <a:buFont typeface="Arial"/>
              <a:buNone/>
            </a:pPr>
            <a:r>
              <a:rPr lang="en" sz="2400">
                <a:solidFill>
                  <a:srgbClr val="002A3A"/>
                </a:solidFill>
                <a:latin typeface="Calibri"/>
                <a:ea typeface="Calibri"/>
                <a:cs typeface="Calibri"/>
                <a:sym typeface="Calibri"/>
              </a:rPr>
              <a:t>Former Position </a:t>
            </a:r>
            <a:r>
              <a:rPr b="1" lang="en" sz="2400">
                <a:solidFill>
                  <a:srgbClr val="002A3A"/>
                </a:solidFill>
                <a:latin typeface="Calibri"/>
                <a:ea typeface="Calibri"/>
                <a:cs typeface="Calibri"/>
                <a:sym typeface="Calibri"/>
              </a:rPr>
              <a:t>Associate Director, </a:t>
            </a:r>
            <a:endParaRPr b="1" sz="2400">
              <a:solidFill>
                <a:srgbClr val="002A3A"/>
              </a:solidFill>
              <a:latin typeface="Calibri"/>
              <a:ea typeface="Calibri"/>
              <a:cs typeface="Calibri"/>
              <a:sym typeface="Calibri"/>
            </a:endParaRPr>
          </a:p>
          <a:p>
            <a:pPr indent="0" lvl="0" marL="0" rtl="0" algn="l">
              <a:spcBef>
                <a:spcPts val="400"/>
              </a:spcBef>
              <a:spcAft>
                <a:spcPts val="400"/>
              </a:spcAft>
              <a:buClr>
                <a:schemeClr val="dk1"/>
              </a:buClr>
              <a:buSzPts val="3200"/>
              <a:buFont typeface="Arial"/>
              <a:buNone/>
            </a:pPr>
            <a:r>
              <a:rPr b="1" lang="en" sz="2400">
                <a:solidFill>
                  <a:srgbClr val="002A3A"/>
                </a:solidFill>
                <a:latin typeface="Calibri"/>
                <a:ea typeface="Calibri"/>
                <a:cs typeface="Calibri"/>
                <a:sym typeface="Calibri"/>
              </a:rPr>
              <a:t>Ohio MEP OH Department of Development Strategic Investments Division</a:t>
            </a:r>
            <a:endParaRPr b="1" sz="2400">
              <a:solidFill>
                <a:schemeClr val="dk1"/>
              </a:solidFill>
              <a:latin typeface="Calibri"/>
              <a:ea typeface="Calibri"/>
              <a:cs typeface="Calibri"/>
              <a:sym typeface="Calibri"/>
            </a:endParaRPr>
          </a:p>
        </p:txBody>
      </p:sp>
      <p:pic>
        <p:nvPicPr>
          <p:cNvPr descr="View Traci Spencer’s  graphic link" id="591" name="Google Shape;591;p89"/>
          <p:cNvPicPr preferRelativeResize="0"/>
          <p:nvPr/>
        </p:nvPicPr>
        <p:blipFill>
          <a:blip r:embed="rId4">
            <a:alphaModFix/>
          </a:blip>
          <a:stretch>
            <a:fillRect/>
          </a:stretch>
        </p:blipFill>
        <p:spPr>
          <a:xfrm>
            <a:off x="670200" y="2157725"/>
            <a:ext cx="2286000" cy="2286000"/>
          </a:xfrm>
          <a:prstGeom prst="rect">
            <a:avLst/>
          </a:prstGeom>
          <a:noFill/>
          <a:ln>
            <a:noFill/>
          </a:ln>
        </p:spPr>
      </p:pic>
      <p:sp>
        <p:nvSpPr>
          <p:cNvPr id="592" name="Google Shape;592;p89"/>
          <p:cNvSpPr txBox="1"/>
          <p:nvPr/>
        </p:nvSpPr>
        <p:spPr>
          <a:xfrm>
            <a:off x="706650" y="4550075"/>
            <a:ext cx="2722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latin typeface="Calibri"/>
                <a:ea typeface="Calibri"/>
                <a:cs typeface="Calibri"/>
                <a:sym typeface="Calibri"/>
              </a:rPr>
              <a:t>The Problem Solver</a:t>
            </a:r>
            <a:endParaRPr b="1" sz="2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0"/>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NextGen A.I.R. Advisory Team</a:t>
            </a:r>
            <a:endParaRPr/>
          </a:p>
        </p:txBody>
      </p:sp>
      <p:sp>
        <p:nvSpPr>
          <p:cNvPr id="598" name="Google Shape;598;p90"/>
          <p:cNvSpPr txBox="1"/>
          <p:nvPr>
            <p:ph idx="1" type="body"/>
          </p:nvPr>
        </p:nvSpPr>
        <p:spPr>
          <a:xfrm>
            <a:off x="457200" y="1200150"/>
            <a:ext cx="8686800" cy="5143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599" name="Google Shape;599;p90"/>
          <p:cNvSpPr txBox="1"/>
          <p:nvPr/>
        </p:nvSpPr>
        <p:spPr>
          <a:xfrm>
            <a:off x="4212600" y="2571756"/>
            <a:ext cx="4637100" cy="1623300"/>
          </a:xfrm>
          <a:prstGeom prst="rect">
            <a:avLst/>
          </a:prstGeom>
          <a:noFill/>
          <a:ln>
            <a:noFill/>
          </a:ln>
        </p:spPr>
        <p:txBody>
          <a:bodyPr anchorCtr="0" anchor="t" bIns="91425" lIns="91425" spcFirstLastPara="1" rIns="91425" wrap="square" tIns="91425">
            <a:noAutofit/>
          </a:bodyPr>
          <a:lstStyle/>
          <a:p>
            <a:pPr indent="0" lvl="0" marL="0" rtl="0" algn="ctr">
              <a:spcBef>
                <a:spcPts val="3000"/>
              </a:spcBef>
              <a:spcAft>
                <a:spcPts val="0"/>
              </a:spcAft>
              <a:buClr>
                <a:schemeClr val="dk1"/>
              </a:buClr>
              <a:buSzPts val="3200"/>
              <a:buFont typeface="Arial"/>
              <a:buNone/>
            </a:pPr>
            <a:r>
              <a:rPr b="1" lang="en" sz="2400">
                <a:solidFill>
                  <a:schemeClr val="dk1"/>
                </a:solidFill>
                <a:latin typeface="Calibri"/>
                <a:ea typeface="Calibri"/>
                <a:cs typeface="Calibri"/>
                <a:sym typeface="Calibri"/>
              </a:rPr>
              <a:t>Anton Koretskov -  Engineer &amp; CEO ICR247 |NextGen A.I.R. Model “Proof of Concept”</a:t>
            </a:r>
            <a:endParaRPr b="1" sz="2400">
              <a:solidFill>
                <a:schemeClr val="dk1"/>
              </a:solidFill>
              <a:latin typeface="Calibri"/>
              <a:ea typeface="Calibri"/>
              <a:cs typeface="Calibri"/>
              <a:sym typeface="Calibri"/>
            </a:endParaRPr>
          </a:p>
          <a:p>
            <a:pPr indent="0" lvl="0" marL="0" rtl="0" algn="ctr">
              <a:spcBef>
                <a:spcPts val="3000"/>
              </a:spcBef>
              <a:spcAft>
                <a:spcPts val="0"/>
              </a:spcAft>
              <a:buClr>
                <a:schemeClr val="dk1"/>
              </a:buClr>
              <a:buSzPts val="3200"/>
              <a:buFont typeface="Arial"/>
              <a:buNone/>
            </a:pPr>
            <a:r>
              <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600" name="Google Shape;600;p90" title="ICR247.png"/>
          <p:cNvPicPr preferRelativeResize="0"/>
          <p:nvPr/>
        </p:nvPicPr>
        <p:blipFill rotWithShape="1">
          <a:blip r:embed="rId3">
            <a:alphaModFix/>
          </a:blip>
          <a:srcRect b="18666" l="0" r="0" t="29210"/>
          <a:stretch/>
        </p:blipFill>
        <p:spPr>
          <a:xfrm>
            <a:off x="815198" y="1293999"/>
            <a:ext cx="2141925" cy="1122300"/>
          </a:xfrm>
          <a:prstGeom prst="rect">
            <a:avLst/>
          </a:prstGeom>
          <a:noFill/>
          <a:ln>
            <a:noFill/>
          </a:ln>
        </p:spPr>
      </p:pic>
      <p:sp>
        <p:nvSpPr>
          <p:cNvPr id="601" name="Google Shape;601;p90"/>
          <p:cNvSpPr txBox="1"/>
          <p:nvPr/>
        </p:nvSpPr>
        <p:spPr>
          <a:xfrm>
            <a:off x="924125" y="4292325"/>
            <a:ext cx="190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The Visionary</a:t>
            </a:r>
            <a:endParaRPr b="1"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91"/>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NextGen A.I.R. Advisory Team</a:t>
            </a:r>
            <a:endParaRPr/>
          </a:p>
        </p:txBody>
      </p:sp>
      <p:sp>
        <p:nvSpPr>
          <p:cNvPr id="607" name="Google Shape;607;p91"/>
          <p:cNvSpPr txBox="1"/>
          <p:nvPr>
            <p:ph idx="1" type="body"/>
          </p:nvPr>
        </p:nvSpPr>
        <p:spPr>
          <a:xfrm>
            <a:off x="457200" y="1200150"/>
            <a:ext cx="8686800" cy="5143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608" name="Google Shape;608;p91"/>
          <p:cNvSpPr txBox="1"/>
          <p:nvPr/>
        </p:nvSpPr>
        <p:spPr>
          <a:xfrm>
            <a:off x="4212600" y="2571753"/>
            <a:ext cx="4474200" cy="12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Clint Chapman - Senior Manager Strategic Partner Relations</a:t>
            </a:r>
            <a:endParaRPr sz="2400">
              <a:solidFill>
                <a:schemeClr val="dk1"/>
              </a:solidFill>
              <a:latin typeface="Calibri"/>
              <a:ea typeface="Calibri"/>
              <a:cs typeface="Calibri"/>
              <a:sym typeface="Calibri"/>
            </a:endParaRPr>
          </a:p>
        </p:txBody>
      </p:sp>
      <p:pic>
        <p:nvPicPr>
          <p:cNvPr id="609" name="Google Shape;609;p91" title="Yaskawa Logo - Blue.png"/>
          <p:cNvPicPr preferRelativeResize="0"/>
          <p:nvPr/>
        </p:nvPicPr>
        <p:blipFill>
          <a:blip r:embed="rId3">
            <a:alphaModFix/>
          </a:blip>
          <a:stretch>
            <a:fillRect/>
          </a:stretch>
        </p:blipFill>
        <p:spPr>
          <a:xfrm>
            <a:off x="695825" y="1492500"/>
            <a:ext cx="2648146" cy="688000"/>
          </a:xfrm>
          <a:prstGeom prst="rect">
            <a:avLst/>
          </a:prstGeom>
          <a:noFill/>
          <a:ln>
            <a:noFill/>
          </a:ln>
        </p:spPr>
      </p:pic>
      <p:sp>
        <p:nvSpPr>
          <p:cNvPr id="610" name="Google Shape;610;p91"/>
          <p:cNvSpPr txBox="1"/>
          <p:nvPr/>
        </p:nvSpPr>
        <p:spPr>
          <a:xfrm>
            <a:off x="984925" y="4389600"/>
            <a:ext cx="188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The Catalyst </a:t>
            </a:r>
            <a:endParaRPr b="1"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92"/>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a:t>NextGen A.I.R. Academy</a:t>
            </a:r>
            <a:endParaRPr/>
          </a:p>
        </p:txBody>
      </p:sp>
      <p:sp>
        <p:nvSpPr>
          <p:cNvPr id="616" name="Google Shape;616;p92"/>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b="1" i="1" lang="en" sz="2100">
                <a:solidFill>
                  <a:srgbClr val="222222"/>
                </a:solidFill>
                <a:latin typeface="Arial"/>
                <a:ea typeface="Arial"/>
                <a:cs typeface="Arial"/>
                <a:sym typeface="Arial"/>
              </a:rPr>
              <a:t>“We Will Be Training Tomorrow’s A.I., Robotics, and Automation Workforce Specialists Today!”</a:t>
            </a:r>
            <a:endParaRPr b="1" sz="4100"/>
          </a:p>
        </p:txBody>
      </p:sp>
      <p:pic>
        <p:nvPicPr>
          <p:cNvPr id="617" name="Google Shape;617;p92" title="(Upload-from-mobile-1760740149)20250314_131725.jpg"/>
          <p:cNvPicPr preferRelativeResize="0"/>
          <p:nvPr/>
        </p:nvPicPr>
        <p:blipFill rotWithShape="1">
          <a:blip r:embed="rId3">
            <a:alphaModFix/>
          </a:blip>
          <a:srcRect b="20000" l="0" r="11395" t="0"/>
          <a:stretch/>
        </p:blipFill>
        <p:spPr>
          <a:xfrm>
            <a:off x="1321138" y="2008425"/>
            <a:ext cx="6501724" cy="27375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93"/>
          <p:cNvSpPr txBox="1"/>
          <p:nvPr>
            <p:ph idx="12" type="sldNum"/>
          </p:nvPr>
        </p:nvSpPr>
        <p:spPr>
          <a:xfrm>
            <a:off x="339079" y="4661052"/>
            <a:ext cx="483900" cy="38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
              <a:t>‹#›</a:t>
            </a:fld>
            <a:endParaRPr/>
          </a:p>
        </p:txBody>
      </p:sp>
      <p:sp>
        <p:nvSpPr>
          <p:cNvPr id="623" name="Google Shape;623;p93"/>
          <p:cNvSpPr txBox="1"/>
          <p:nvPr>
            <p:ph type="title"/>
          </p:nvPr>
        </p:nvSpPr>
        <p:spPr>
          <a:xfrm>
            <a:off x="2564652" y="182594"/>
            <a:ext cx="6288600" cy="857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3FB1E5"/>
              </a:buClr>
              <a:buSzPts val="4800"/>
              <a:buFont typeface="Titillium Web"/>
              <a:buNone/>
            </a:pPr>
            <a:r>
              <a:rPr lang="en"/>
              <a:t>I-75 Business Corridor</a:t>
            </a:r>
            <a:endParaRPr/>
          </a:p>
        </p:txBody>
      </p:sp>
      <p:sp>
        <p:nvSpPr>
          <p:cNvPr id="624" name="Google Shape;624;p93"/>
          <p:cNvSpPr txBox="1"/>
          <p:nvPr>
            <p:ph idx="1" type="body"/>
          </p:nvPr>
        </p:nvSpPr>
        <p:spPr>
          <a:xfrm>
            <a:off x="4644950" y="887200"/>
            <a:ext cx="4450500" cy="594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400"/>
              <a:buNone/>
            </a:pPr>
            <a:r>
              <a:rPr b="1" lang="en" sz="1600">
                <a:solidFill>
                  <a:schemeClr val="dk1"/>
                </a:solidFill>
              </a:rPr>
              <a:t>Industry</a:t>
            </a:r>
            <a:r>
              <a:rPr b="1" lang="en" sz="1500">
                <a:solidFill>
                  <a:schemeClr val="dk1"/>
                </a:solidFill>
              </a:rPr>
              <a:t> </a:t>
            </a:r>
            <a:r>
              <a:rPr b="1" lang="en" sz="1600">
                <a:solidFill>
                  <a:schemeClr val="dk1"/>
                </a:solidFill>
              </a:rPr>
              <a:t>and Workforce Needs Analysis</a:t>
            </a:r>
            <a:endParaRPr b="1" sz="1600">
              <a:solidFill>
                <a:schemeClr val="dk1"/>
              </a:solidFill>
            </a:endParaRPr>
          </a:p>
        </p:txBody>
      </p:sp>
      <p:sp>
        <p:nvSpPr>
          <p:cNvPr id="625" name="Google Shape;625;p93"/>
          <p:cNvSpPr txBox="1"/>
          <p:nvPr/>
        </p:nvSpPr>
        <p:spPr>
          <a:xfrm>
            <a:off x="6347300" y="2383275"/>
            <a:ext cx="2820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94"/>
          <p:cNvSpPr txBox="1"/>
          <p:nvPr>
            <p:ph idx="1" type="body"/>
          </p:nvPr>
        </p:nvSpPr>
        <p:spPr>
          <a:xfrm>
            <a:off x="799266" y="1206017"/>
            <a:ext cx="3746100" cy="3020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A3A"/>
              </a:buClr>
              <a:buSzPts val="2000"/>
              <a:buNone/>
            </a:pPr>
            <a:r>
              <a:rPr lang="en">
                <a:latin typeface="Titillium Web"/>
                <a:ea typeface="Titillium Web"/>
                <a:cs typeface="Titillium Web"/>
                <a:sym typeface="Titillium Web"/>
              </a:rPr>
              <a:t>Between 2015 and 2035, the two industry segments with the highest growth between I-675 in Dayton to I-275 in Cincinnati will be: </a:t>
            </a:r>
            <a:endParaRPr/>
          </a:p>
          <a:p>
            <a:pPr indent="-285750" lvl="1" marL="685800" rtl="0" algn="l">
              <a:lnSpc>
                <a:spcPct val="90000"/>
              </a:lnSpc>
              <a:spcBef>
                <a:spcPts val="400"/>
              </a:spcBef>
              <a:spcAft>
                <a:spcPts val="0"/>
              </a:spcAft>
              <a:buClr>
                <a:srgbClr val="002A3A"/>
              </a:buClr>
              <a:buSzPts val="2000"/>
              <a:buFont typeface="Courier New"/>
              <a:buChar char="o"/>
            </a:pPr>
            <a:r>
              <a:rPr b="1" lang="en">
                <a:latin typeface="Titillium Web"/>
                <a:ea typeface="Titillium Web"/>
                <a:cs typeface="Titillium Web"/>
                <a:sym typeface="Titillium Web"/>
              </a:rPr>
              <a:t>Advanced Manufacturing.</a:t>
            </a:r>
            <a:endParaRPr/>
          </a:p>
          <a:p>
            <a:pPr indent="-285750" lvl="1" marL="685800" rtl="0" algn="l">
              <a:lnSpc>
                <a:spcPct val="90000"/>
              </a:lnSpc>
              <a:spcBef>
                <a:spcPts val="400"/>
              </a:spcBef>
              <a:spcAft>
                <a:spcPts val="0"/>
              </a:spcAft>
              <a:buClr>
                <a:srgbClr val="002A3A"/>
              </a:buClr>
              <a:buSzPts val="2000"/>
              <a:buFont typeface="Courier New"/>
              <a:buChar char="o"/>
            </a:pPr>
            <a:r>
              <a:rPr b="1" lang="en">
                <a:latin typeface="Titillium Web"/>
                <a:ea typeface="Titillium Web"/>
                <a:cs typeface="Titillium Web"/>
                <a:sym typeface="Titillium Web"/>
              </a:rPr>
              <a:t>Healthcare</a:t>
            </a:r>
            <a:endParaRPr/>
          </a:p>
          <a:p>
            <a:pPr indent="-158750" lvl="0" marL="285750" rtl="0" algn="l">
              <a:lnSpc>
                <a:spcPct val="90000"/>
              </a:lnSpc>
              <a:spcBef>
                <a:spcPts val="400"/>
              </a:spcBef>
              <a:spcAft>
                <a:spcPts val="0"/>
              </a:spcAft>
              <a:buClr>
                <a:srgbClr val="002A3A"/>
              </a:buClr>
              <a:buSzPts val="2000"/>
              <a:buFont typeface="Arial"/>
              <a:buNone/>
            </a:pPr>
            <a:r>
              <a:t/>
            </a:r>
            <a:endParaRPr>
              <a:latin typeface="Titillium Web"/>
              <a:ea typeface="Titillium Web"/>
              <a:cs typeface="Titillium Web"/>
              <a:sym typeface="Titillium Web"/>
            </a:endParaRPr>
          </a:p>
        </p:txBody>
      </p:sp>
      <p:sp>
        <p:nvSpPr>
          <p:cNvPr id="631" name="Google Shape;631;p9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6BA539"/>
              </a:buClr>
              <a:buSzPts val="3200"/>
              <a:buFont typeface="Titillium Web"/>
              <a:buNone/>
            </a:pPr>
            <a:r>
              <a:rPr lang="en">
                <a:latin typeface="Titillium Web"/>
                <a:ea typeface="Titillium Web"/>
                <a:cs typeface="Titillium Web"/>
                <a:sym typeface="Titillium Web"/>
              </a:rPr>
              <a:t>Sectors with the Highest Employment Growth</a:t>
            </a:r>
            <a:endParaRPr/>
          </a:p>
        </p:txBody>
      </p:sp>
      <p:sp>
        <p:nvSpPr>
          <p:cNvPr id="632" name="Google Shape;632;p94"/>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fld id="{00000000-1234-1234-1234-123412341234}" type="slidenum">
              <a:rPr lang="en">
                <a:latin typeface="Titillium Web"/>
                <a:ea typeface="Titillium Web"/>
                <a:cs typeface="Titillium Web"/>
                <a:sym typeface="Titillium Web"/>
              </a:rPr>
              <a:t>‹#›</a:t>
            </a:fld>
            <a:endParaRPr>
              <a:latin typeface="Titillium Web"/>
              <a:ea typeface="Titillium Web"/>
              <a:cs typeface="Titillium Web"/>
              <a:sym typeface="Titillium Web"/>
            </a:endParaRPr>
          </a:p>
        </p:txBody>
      </p:sp>
      <p:pic>
        <p:nvPicPr>
          <p:cNvPr descr="Illustrator with solid fill" id="633" name="Google Shape;633;p94"/>
          <p:cNvPicPr preferRelativeResize="0"/>
          <p:nvPr/>
        </p:nvPicPr>
        <p:blipFill rotWithShape="1">
          <a:blip r:embed="rId3">
            <a:alphaModFix/>
          </a:blip>
          <a:srcRect b="0" l="0" r="0" t="0"/>
          <a:stretch/>
        </p:blipFill>
        <p:spPr>
          <a:xfrm>
            <a:off x="5098713" y="1206017"/>
            <a:ext cx="3020525" cy="3020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95"/>
          <p:cNvSpPr txBox="1"/>
          <p:nvPr>
            <p:ph type="title"/>
          </p:nvPr>
        </p:nvSpPr>
        <p:spPr>
          <a:xfrm>
            <a:off x="799266" y="359593"/>
            <a:ext cx="7682700" cy="66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BA539"/>
              </a:buClr>
              <a:buSzPts val="3200"/>
              <a:buFont typeface="Titillium Web"/>
              <a:buNone/>
            </a:pPr>
            <a:r>
              <a:rPr lang="en">
                <a:latin typeface="Titillium Web"/>
                <a:ea typeface="Titillium Web"/>
                <a:cs typeface="Titillium Web"/>
                <a:sym typeface="Titillium Web"/>
              </a:rPr>
              <a:t>Industries with High Shift Share</a:t>
            </a:r>
            <a:endParaRPr/>
          </a:p>
        </p:txBody>
      </p:sp>
      <p:sp>
        <p:nvSpPr>
          <p:cNvPr id="639" name="Google Shape;639;p95"/>
          <p:cNvSpPr txBox="1"/>
          <p:nvPr>
            <p:ph idx="1" type="body"/>
          </p:nvPr>
        </p:nvSpPr>
        <p:spPr>
          <a:xfrm>
            <a:off x="799266" y="978628"/>
            <a:ext cx="7682700" cy="31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2A3A"/>
              </a:buClr>
              <a:buSzPts val="1800"/>
              <a:buNone/>
            </a:pPr>
            <a:r>
              <a:rPr lang="en">
                <a:latin typeface="Titillium Web"/>
                <a:ea typeface="Titillium Web"/>
                <a:cs typeface="Titillium Web"/>
                <a:sym typeface="Titillium Web"/>
              </a:rPr>
              <a:t>61% require high school diplomas with these Top Five Essential Skills</a:t>
            </a:r>
            <a:endParaRPr/>
          </a:p>
        </p:txBody>
      </p:sp>
      <p:sp>
        <p:nvSpPr>
          <p:cNvPr id="640" name="Google Shape;640;p95"/>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
                <a:latin typeface="Titillium Web"/>
                <a:ea typeface="Titillium Web"/>
                <a:cs typeface="Titillium Web"/>
                <a:sym typeface="Titillium Web"/>
              </a:rPr>
              <a:t>‹#›</a:t>
            </a:fld>
            <a:endParaRPr>
              <a:latin typeface="Titillium Web"/>
              <a:ea typeface="Titillium Web"/>
              <a:cs typeface="Titillium Web"/>
              <a:sym typeface="Titillium Web"/>
            </a:endParaRPr>
          </a:p>
        </p:txBody>
      </p:sp>
      <p:sp>
        <p:nvSpPr>
          <p:cNvPr id="641" name="Google Shape;641;p95"/>
          <p:cNvSpPr txBox="1"/>
          <p:nvPr/>
        </p:nvSpPr>
        <p:spPr>
          <a:xfrm>
            <a:off x="2621158" y="2371967"/>
            <a:ext cx="1821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Titillium Web"/>
                <a:ea typeface="Titillium Web"/>
                <a:cs typeface="Titillium Web"/>
                <a:sym typeface="Titillium Web"/>
              </a:rPr>
              <a:t>Active Listening</a:t>
            </a:r>
            <a:endParaRPr b="1" sz="1800">
              <a:solidFill>
                <a:schemeClr val="dk1"/>
              </a:solidFill>
              <a:latin typeface="Titillium Web"/>
              <a:ea typeface="Titillium Web"/>
              <a:cs typeface="Titillium Web"/>
              <a:sym typeface="Titillium Web"/>
            </a:endParaRPr>
          </a:p>
        </p:txBody>
      </p:sp>
      <p:sp>
        <p:nvSpPr>
          <p:cNvPr id="642" name="Google Shape;642;p95"/>
          <p:cNvSpPr txBox="1"/>
          <p:nvPr/>
        </p:nvSpPr>
        <p:spPr>
          <a:xfrm>
            <a:off x="1503075" y="3689359"/>
            <a:ext cx="6148200" cy="969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800">
                <a:solidFill>
                  <a:schemeClr val="dk1"/>
                </a:solidFill>
                <a:latin typeface="Titillium Web"/>
                <a:ea typeface="Titillium Web"/>
                <a:cs typeface="Titillium Web"/>
                <a:sym typeface="Titillium Web"/>
              </a:rPr>
              <a:t>Monitoring</a:t>
            </a:r>
            <a:endParaRPr/>
          </a:p>
          <a:p>
            <a:pPr indent="0" lvl="0" marL="0" marR="0" rtl="0" algn="ctr">
              <a:spcBef>
                <a:spcPts val="0"/>
              </a:spcBef>
              <a:spcAft>
                <a:spcPts val="0"/>
              </a:spcAft>
              <a:buNone/>
            </a:pPr>
            <a:r>
              <a:rPr b="1" lang="en" sz="1300">
                <a:solidFill>
                  <a:schemeClr val="dk1"/>
                </a:solidFill>
                <a:latin typeface="Titillium Web"/>
                <a:ea typeface="Titillium Web"/>
                <a:cs typeface="Titillium Web"/>
                <a:sym typeface="Titillium Web"/>
              </a:rPr>
              <a:t>Observe | Assess | Track Performance | Progress Over Time To Identify Areas For Improvement, Take Corrective Action, and Ensure Goals Are Met | Assessment, Observation, Feedback &amp; Analysis, Adaptation</a:t>
            </a:r>
            <a:endParaRPr b="1" sz="1500"/>
          </a:p>
        </p:txBody>
      </p:sp>
      <p:pic>
        <p:nvPicPr>
          <p:cNvPr descr="Ear with solid fill" id="643" name="Google Shape;643;p95"/>
          <p:cNvPicPr preferRelativeResize="0"/>
          <p:nvPr/>
        </p:nvPicPr>
        <p:blipFill rotWithShape="1">
          <a:blip r:embed="rId3">
            <a:alphaModFix/>
          </a:blip>
          <a:srcRect b="0" l="0" r="0" t="0"/>
          <a:stretch/>
        </p:blipFill>
        <p:spPr>
          <a:xfrm>
            <a:off x="3074624" y="1507072"/>
            <a:ext cx="914400" cy="914400"/>
          </a:xfrm>
          <a:prstGeom prst="rect">
            <a:avLst/>
          </a:prstGeom>
          <a:noFill/>
          <a:ln>
            <a:noFill/>
          </a:ln>
        </p:spPr>
      </p:pic>
      <p:sp>
        <p:nvSpPr>
          <p:cNvPr id="644" name="Google Shape;644;p95"/>
          <p:cNvSpPr txBox="1"/>
          <p:nvPr/>
        </p:nvSpPr>
        <p:spPr>
          <a:xfrm>
            <a:off x="5160407" y="2376445"/>
            <a:ext cx="1100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Titillium Web"/>
                <a:ea typeface="Titillium Web"/>
                <a:cs typeface="Titillium Web"/>
                <a:sym typeface="Titillium Web"/>
              </a:rPr>
              <a:t>Speaking</a:t>
            </a:r>
            <a:endParaRPr b="1" sz="1800">
              <a:solidFill>
                <a:schemeClr val="dk1"/>
              </a:solidFill>
              <a:latin typeface="Titillium Web"/>
              <a:ea typeface="Titillium Web"/>
              <a:cs typeface="Titillium Web"/>
              <a:sym typeface="Titillium Web"/>
            </a:endParaRPr>
          </a:p>
        </p:txBody>
      </p:sp>
      <p:pic>
        <p:nvPicPr>
          <p:cNvPr descr="Lecturer with solid fill" id="645" name="Google Shape;645;p95"/>
          <p:cNvPicPr preferRelativeResize="0"/>
          <p:nvPr/>
        </p:nvPicPr>
        <p:blipFill rotWithShape="1">
          <a:blip r:embed="rId4">
            <a:alphaModFix/>
          </a:blip>
          <a:srcRect b="0" l="0" r="0" t="0"/>
          <a:stretch/>
        </p:blipFill>
        <p:spPr>
          <a:xfrm>
            <a:off x="5264243" y="1511550"/>
            <a:ext cx="914400" cy="914400"/>
          </a:xfrm>
          <a:prstGeom prst="rect">
            <a:avLst/>
          </a:prstGeom>
          <a:noFill/>
          <a:ln>
            <a:noFill/>
          </a:ln>
        </p:spPr>
      </p:pic>
      <p:sp>
        <p:nvSpPr>
          <p:cNvPr id="646" name="Google Shape;646;p95"/>
          <p:cNvSpPr txBox="1"/>
          <p:nvPr/>
        </p:nvSpPr>
        <p:spPr>
          <a:xfrm>
            <a:off x="6679932" y="2389890"/>
            <a:ext cx="17493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800">
                <a:solidFill>
                  <a:schemeClr val="dk1"/>
                </a:solidFill>
                <a:latin typeface="Titillium Web"/>
                <a:ea typeface="Titillium Web"/>
                <a:cs typeface="Titillium Web"/>
                <a:sym typeface="Titillium Web"/>
              </a:rPr>
              <a:t>Reading </a:t>
            </a:r>
            <a:br>
              <a:rPr b="1" lang="en" sz="1800">
                <a:solidFill>
                  <a:schemeClr val="dk1"/>
                </a:solidFill>
                <a:latin typeface="Titillium Web"/>
                <a:ea typeface="Titillium Web"/>
                <a:cs typeface="Titillium Web"/>
                <a:sym typeface="Titillium Web"/>
              </a:rPr>
            </a:br>
            <a:r>
              <a:rPr b="1" lang="en" sz="1800">
                <a:solidFill>
                  <a:schemeClr val="dk1"/>
                </a:solidFill>
                <a:latin typeface="Titillium Web"/>
                <a:ea typeface="Titillium Web"/>
                <a:cs typeface="Titillium Web"/>
                <a:sym typeface="Titillium Web"/>
              </a:rPr>
              <a:t>Comprehension</a:t>
            </a:r>
            <a:endParaRPr b="1" sz="1800">
              <a:solidFill>
                <a:schemeClr val="dk1"/>
              </a:solidFill>
              <a:latin typeface="Titillium Web"/>
              <a:ea typeface="Titillium Web"/>
              <a:cs typeface="Titillium Web"/>
              <a:sym typeface="Titillium Web"/>
            </a:endParaRPr>
          </a:p>
        </p:txBody>
      </p:sp>
      <p:pic>
        <p:nvPicPr>
          <p:cNvPr descr="Books on shelf with solid fill" id="647" name="Google Shape;647;p95"/>
          <p:cNvPicPr preferRelativeResize="0"/>
          <p:nvPr/>
        </p:nvPicPr>
        <p:blipFill rotWithShape="1">
          <a:blip r:embed="rId5">
            <a:alphaModFix/>
          </a:blip>
          <a:srcRect b="0" l="0" r="0" t="0"/>
          <a:stretch/>
        </p:blipFill>
        <p:spPr>
          <a:xfrm>
            <a:off x="7133392" y="1524995"/>
            <a:ext cx="914400" cy="914400"/>
          </a:xfrm>
          <a:prstGeom prst="rect">
            <a:avLst/>
          </a:prstGeom>
          <a:noFill/>
          <a:ln>
            <a:noFill/>
          </a:ln>
        </p:spPr>
      </p:pic>
      <p:sp>
        <p:nvSpPr>
          <p:cNvPr id="648" name="Google Shape;648;p95"/>
          <p:cNvSpPr txBox="1"/>
          <p:nvPr/>
        </p:nvSpPr>
        <p:spPr>
          <a:xfrm>
            <a:off x="521185" y="2376443"/>
            <a:ext cx="1800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Titillium Web"/>
                <a:ea typeface="Titillium Web"/>
                <a:cs typeface="Titillium Web"/>
                <a:sym typeface="Titillium Web"/>
              </a:rPr>
              <a:t>Critical Thinking</a:t>
            </a:r>
            <a:endParaRPr b="1" sz="1800">
              <a:solidFill>
                <a:schemeClr val="dk1"/>
              </a:solidFill>
              <a:latin typeface="Titillium Web"/>
              <a:ea typeface="Titillium Web"/>
              <a:cs typeface="Titillium Web"/>
              <a:sym typeface="Titillium Web"/>
            </a:endParaRPr>
          </a:p>
        </p:txBody>
      </p:sp>
      <p:pic>
        <p:nvPicPr>
          <p:cNvPr descr="Thought with solid fill" id="649" name="Google Shape;649;p95"/>
          <p:cNvPicPr preferRelativeResize="0"/>
          <p:nvPr/>
        </p:nvPicPr>
        <p:blipFill rotWithShape="1">
          <a:blip r:embed="rId6">
            <a:alphaModFix/>
          </a:blip>
          <a:srcRect b="0" l="0" r="0" t="0"/>
          <a:stretch/>
        </p:blipFill>
        <p:spPr>
          <a:xfrm>
            <a:off x="974651" y="1511548"/>
            <a:ext cx="914400" cy="914400"/>
          </a:xfrm>
          <a:prstGeom prst="rect">
            <a:avLst/>
          </a:prstGeom>
          <a:noFill/>
          <a:ln>
            <a:noFill/>
          </a:ln>
        </p:spPr>
      </p:pic>
      <p:pic>
        <p:nvPicPr>
          <p:cNvPr descr="Research with solid fill" id="650" name="Google Shape;650;p95"/>
          <p:cNvPicPr preferRelativeResize="0"/>
          <p:nvPr/>
        </p:nvPicPr>
        <p:blipFill rotWithShape="1">
          <a:blip r:embed="rId7">
            <a:alphaModFix/>
          </a:blip>
          <a:srcRect b="0" l="0" r="0" t="0"/>
          <a:stretch/>
        </p:blipFill>
        <p:spPr>
          <a:xfrm>
            <a:off x="4114800" y="2894482"/>
            <a:ext cx="914400" cy="91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9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15000"/>
              </a:lnSpc>
              <a:spcBef>
                <a:spcPts val="2000"/>
              </a:spcBef>
              <a:spcAft>
                <a:spcPts val="600"/>
              </a:spcAft>
              <a:buClr>
                <a:schemeClr val="dk1"/>
              </a:buClr>
              <a:buSzPts val="990"/>
              <a:buFont typeface="Arial"/>
              <a:buNone/>
            </a:pPr>
            <a:r>
              <a:t/>
            </a:r>
            <a:endParaRPr b="1" sz="5300"/>
          </a:p>
        </p:txBody>
      </p:sp>
      <p:sp>
        <p:nvSpPr>
          <p:cNvPr id="656" name="Google Shape;656;p96"/>
          <p:cNvSpPr txBox="1"/>
          <p:nvPr>
            <p:ph idx="1" type="body"/>
          </p:nvPr>
        </p:nvSpPr>
        <p:spPr>
          <a:xfrm>
            <a:off x="336000" y="2490600"/>
            <a:ext cx="8545800" cy="3816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b="1" lang="en" sz="2100"/>
              <a:t>NextGen A.I.R. Smart Factory Initiative</a:t>
            </a:r>
            <a:r>
              <a:rPr lang="en" sz="2100"/>
              <a:t> </a:t>
            </a:r>
            <a:endParaRPr sz="2100"/>
          </a:p>
          <a:p>
            <a:pPr indent="0" lvl="0" marL="0" rtl="0" algn="ctr">
              <a:spcBef>
                <a:spcPts val="0"/>
              </a:spcBef>
              <a:spcAft>
                <a:spcPts val="0"/>
              </a:spcAft>
              <a:buClr>
                <a:schemeClr val="dk1"/>
              </a:buClr>
              <a:buSzPts val="3200"/>
              <a:buNone/>
            </a:pPr>
            <a:r>
              <a:rPr i="1" lang="en" sz="2100"/>
              <a:t>“Revolutionizing Manufacturing Through Youth Empowerment”</a:t>
            </a:r>
            <a:endParaRPr i="1" sz="2100"/>
          </a:p>
          <a:p>
            <a:pPr indent="0" lvl="0" marL="0" rtl="0" algn="l">
              <a:spcBef>
                <a:spcPts val="0"/>
              </a:spcBef>
              <a:spcAft>
                <a:spcPts val="0"/>
              </a:spcAft>
              <a:buClr>
                <a:schemeClr val="dk1"/>
              </a:buClr>
              <a:buSzPts val="3200"/>
              <a:buNone/>
            </a:pPr>
            <a:r>
              <a:t/>
            </a:r>
            <a:endParaRPr i="1" sz="2100"/>
          </a:p>
          <a:p>
            <a:pPr indent="0" lvl="0" marL="0" rtl="0" algn="ctr">
              <a:spcBef>
                <a:spcPts val="0"/>
              </a:spcBef>
              <a:spcAft>
                <a:spcPts val="0"/>
              </a:spcAft>
              <a:buClr>
                <a:schemeClr val="dk1"/>
              </a:buClr>
              <a:buSzPts val="3200"/>
              <a:buNone/>
            </a:pPr>
            <a:r>
              <a:rPr b="1" lang="en" sz="2100"/>
              <a:t>Ohio Workforce Pathways</a:t>
            </a:r>
            <a:r>
              <a:rPr lang="en" sz="2100"/>
              <a:t>  </a:t>
            </a:r>
            <a:endParaRPr sz="2100"/>
          </a:p>
          <a:p>
            <a:pPr indent="0" lvl="0" marL="0" rtl="0" algn="ctr">
              <a:spcBef>
                <a:spcPts val="0"/>
              </a:spcBef>
              <a:spcAft>
                <a:spcPts val="0"/>
              </a:spcAft>
              <a:buClr>
                <a:schemeClr val="dk1"/>
              </a:buClr>
              <a:buSzPts val="3200"/>
              <a:buNone/>
            </a:pPr>
            <a:r>
              <a:rPr lang="en" sz="2100"/>
              <a:t>Three Strategic Ohio Locations: Dayton, Cincinnati, Columbus </a:t>
            </a:r>
            <a:endParaRPr sz="2100"/>
          </a:p>
          <a:p>
            <a:pPr indent="0" lvl="0" marL="0" rtl="0" algn="ctr">
              <a:spcBef>
                <a:spcPts val="0"/>
              </a:spcBef>
              <a:spcAft>
                <a:spcPts val="0"/>
              </a:spcAft>
              <a:buClr>
                <a:schemeClr val="dk1"/>
              </a:buClr>
              <a:buSzPts val="3200"/>
              <a:buNone/>
            </a:pPr>
            <a:r>
              <a:rPr b="1" lang="en" sz="2100"/>
              <a:t>Industry 4.0 Advanced Manufacturing </a:t>
            </a:r>
            <a:endParaRPr b="1" sz="2100"/>
          </a:p>
          <a:p>
            <a:pPr indent="0" lvl="0" marL="0" rtl="0" algn="ctr">
              <a:spcBef>
                <a:spcPts val="0"/>
              </a:spcBef>
              <a:spcAft>
                <a:spcPts val="0"/>
              </a:spcAft>
              <a:buClr>
                <a:schemeClr val="dk1"/>
              </a:buClr>
              <a:buSzPts val="3200"/>
              <a:buNone/>
            </a:pPr>
            <a:r>
              <a:rPr lang="en" sz="2100"/>
              <a:t>Transformative Social Impact Investment Opportunity</a:t>
            </a:r>
            <a:endParaRPr sz="2100"/>
          </a:p>
        </p:txBody>
      </p:sp>
      <p:pic>
        <p:nvPicPr>
          <p:cNvPr id="657" name="Google Shape;657;p96"/>
          <p:cNvPicPr preferRelativeResize="0"/>
          <p:nvPr/>
        </p:nvPicPr>
        <p:blipFill>
          <a:blip r:embed="rId3">
            <a:alphaModFix/>
          </a:blip>
          <a:stretch>
            <a:fillRect/>
          </a:stretch>
        </p:blipFill>
        <p:spPr>
          <a:xfrm>
            <a:off x="36900" y="0"/>
            <a:ext cx="9144000" cy="2362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97"/>
          <p:cNvPicPr preferRelativeResize="0"/>
          <p:nvPr/>
        </p:nvPicPr>
        <p:blipFill>
          <a:blip r:embed="rId3">
            <a:alphaModFix/>
          </a:blip>
          <a:stretch>
            <a:fillRect/>
          </a:stretch>
        </p:blipFill>
        <p:spPr>
          <a:xfrm>
            <a:off x="1169325" y="1502470"/>
            <a:ext cx="6805351" cy="3097975"/>
          </a:xfrm>
          <a:prstGeom prst="rect">
            <a:avLst/>
          </a:prstGeom>
          <a:noFill/>
          <a:ln>
            <a:noFill/>
          </a:ln>
        </p:spPr>
      </p:pic>
      <p:sp>
        <p:nvSpPr>
          <p:cNvPr id="663" name="Google Shape;663;p97"/>
          <p:cNvSpPr txBox="1"/>
          <p:nvPr/>
        </p:nvSpPr>
        <p:spPr>
          <a:xfrm>
            <a:off x="1219600" y="159075"/>
            <a:ext cx="6310200" cy="90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Calibri"/>
                <a:ea typeface="Calibri"/>
                <a:cs typeface="Calibri"/>
                <a:sym typeface="Calibri"/>
              </a:rPr>
              <a:t>Ohio’s Advanced Manufacturing Market Revenue &amp; Job Growth Potential (in 5yrs)</a:t>
            </a:r>
            <a:endParaRPr b="1" sz="2400">
              <a:solidFill>
                <a:schemeClr val="dk1"/>
              </a:solidFill>
              <a:latin typeface="Calibri"/>
              <a:ea typeface="Calibri"/>
              <a:cs typeface="Calibri"/>
              <a:sym typeface="Calibri"/>
            </a:endParaRPr>
          </a:p>
        </p:txBody>
      </p:sp>
      <p:sp>
        <p:nvSpPr>
          <p:cNvPr id="664" name="Google Shape;664;p97"/>
          <p:cNvSpPr txBox="1"/>
          <p:nvPr/>
        </p:nvSpPr>
        <p:spPr>
          <a:xfrm rot="-2372169">
            <a:off x="-477197" y="631402"/>
            <a:ext cx="2867264" cy="421297"/>
          </a:xfrm>
          <a:prstGeom prst="rect">
            <a:avLst/>
          </a:prstGeom>
          <a:no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en" sz="2500">
                <a:solidFill>
                  <a:srgbClr val="FF0000"/>
                </a:solidFill>
                <a:latin typeface="Calibri"/>
                <a:ea typeface="Calibri"/>
                <a:cs typeface="Calibri"/>
                <a:sym typeface="Calibri"/>
              </a:rPr>
              <a:t>The Opportunity</a:t>
            </a:r>
            <a:endParaRPr b="1" sz="2500">
              <a:solidFill>
                <a:srgbClr val="FF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id="669" name="Google Shape;669;p98"/>
          <p:cNvPicPr preferRelativeResize="0"/>
          <p:nvPr/>
        </p:nvPicPr>
        <p:blipFill>
          <a:blip r:embed="rId3">
            <a:alphaModFix/>
          </a:blip>
          <a:stretch>
            <a:fillRect/>
          </a:stretch>
        </p:blipFill>
        <p:spPr>
          <a:xfrm>
            <a:off x="1373863" y="1276611"/>
            <a:ext cx="6396274" cy="3581925"/>
          </a:xfrm>
          <a:prstGeom prst="rect">
            <a:avLst/>
          </a:prstGeom>
          <a:noFill/>
          <a:ln>
            <a:noFill/>
          </a:ln>
        </p:spPr>
      </p:pic>
      <p:sp>
        <p:nvSpPr>
          <p:cNvPr id="670" name="Google Shape;670;p98"/>
          <p:cNvSpPr txBox="1"/>
          <p:nvPr/>
        </p:nvSpPr>
        <p:spPr>
          <a:xfrm>
            <a:off x="1643800" y="318150"/>
            <a:ext cx="6018300" cy="6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1"/>
                </a:solidFill>
                <a:latin typeface="Calibri"/>
                <a:ea typeface="Calibri"/>
                <a:cs typeface="Calibri"/>
                <a:sym typeface="Calibri"/>
              </a:rPr>
              <a:t>Win|Win For The State &amp; Youth</a:t>
            </a:r>
            <a:endParaRPr b="1"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99"/>
          <p:cNvPicPr preferRelativeResize="0"/>
          <p:nvPr/>
        </p:nvPicPr>
        <p:blipFill>
          <a:blip r:embed="rId3">
            <a:alphaModFix/>
          </a:blip>
          <a:stretch>
            <a:fillRect/>
          </a:stretch>
        </p:blipFill>
        <p:spPr>
          <a:xfrm>
            <a:off x="1638988" y="1501984"/>
            <a:ext cx="5866024" cy="3051650"/>
          </a:xfrm>
          <a:prstGeom prst="rect">
            <a:avLst/>
          </a:prstGeom>
          <a:noFill/>
          <a:ln>
            <a:noFill/>
          </a:ln>
        </p:spPr>
      </p:pic>
      <p:sp>
        <p:nvSpPr>
          <p:cNvPr id="676" name="Google Shape;676;p99"/>
          <p:cNvSpPr txBox="1"/>
          <p:nvPr/>
        </p:nvSpPr>
        <p:spPr>
          <a:xfrm>
            <a:off x="1749850" y="583275"/>
            <a:ext cx="5488200" cy="63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Calibri"/>
                <a:ea typeface="Calibri"/>
                <a:cs typeface="Calibri"/>
                <a:sym typeface="Calibri"/>
              </a:rPr>
              <a:t>Employer Benefits</a:t>
            </a:r>
            <a:endParaRPr b="1" sz="2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00"/>
          <p:cNvSpPr txBox="1"/>
          <p:nvPr>
            <p:ph type="title"/>
          </p:nvPr>
        </p:nvSpPr>
        <p:spPr>
          <a:xfrm>
            <a:off x="799266" y="500792"/>
            <a:ext cx="7682700" cy="66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B0F0"/>
              </a:buClr>
              <a:buSzPts val="3200"/>
              <a:buFont typeface="Titillium Web"/>
              <a:buNone/>
            </a:pPr>
            <a:r>
              <a:rPr b="1" i="0" lang="en" sz="3200">
                <a:solidFill>
                  <a:srgbClr val="00B0F0"/>
                </a:solidFill>
                <a:latin typeface="Titillium Web"/>
                <a:ea typeface="Titillium Web"/>
                <a:cs typeface="Titillium Web"/>
                <a:sym typeface="Titillium Web"/>
              </a:rPr>
              <a:t>I-75 Business Corridor Industry and Workforce Needs Analysis</a:t>
            </a:r>
            <a:r>
              <a:rPr b="1" i="0" lang="en">
                <a:solidFill>
                  <a:srgbClr val="333333"/>
                </a:solidFill>
                <a:latin typeface="Titillium Web"/>
                <a:ea typeface="Titillium Web"/>
                <a:cs typeface="Titillium Web"/>
                <a:sym typeface="Titillium Web"/>
              </a:rPr>
              <a:t> 2015 - 2035</a:t>
            </a:r>
            <a:endParaRPr>
              <a:latin typeface="Titillium Web"/>
              <a:ea typeface="Titillium Web"/>
              <a:cs typeface="Titillium Web"/>
              <a:sym typeface="Titillium Web"/>
            </a:endParaRPr>
          </a:p>
        </p:txBody>
      </p:sp>
      <p:sp>
        <p:nvSpPr>
          <p:cNvPr id="682" name="Google Shape;682;p100"/>
          <p:cNvSpPr txBox="1"/>
          <p:nvPr>
            <p:ph idx="1" type="body"/>
          </p:nvPr>
        </p:nvSpPr>
        <p:spPr>
          <a:xfrm>
            <a:off x="799267" y="1670400"/>
            <a:ext cx="4594500" cy="25704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rgbClr val="002A3A"/>
              </a:buClr>
              <a:buSzPts val="1800"/>
              <a:buFont typeface="Arial"/>
              <a:buChar char="•"/>
            </a:pPr>
            <a:r>
              <a:rPr lang="en">
                <a:latin typeface="Titillium Web"/>
                <a:ea typeface="Titillium Web"/>
                <a:cs typeface="Titillium Web"/>
                <a:sym typeface="Titillium Web"/>
              </a:rPr>
              <a:t>Serves as a critical tool in understanding</a:t>
            </a:r>
            <a:endParaRPr/>
          </a:p>
          <a:p>
            <a:pPr indent="-457200" lvl="1" marL="914400" rtl="0" algn="l">
              <a:spcBef>
                <a:spcPts val="360"/>
              </a:spcBef>
              <a:spcAft>
                <a:spcPts val="0"/>
              </a:spcAft>
              <a:buClr>
                <a:srgbClr val="C00000"/>
              </a:buClr>
              <a:buSzPts val="1800"/>
              <a:buFont typeface="Arial"/>
              <a:buChar char="•"/>
            </a:pPr>
            <a:r>
              <a:rPr i="1" lang="en" sz="1800">
                <a:solidFill>
                  <a:srgbClr val="C00000"/>
                </a:solidFill>
              </a:rPr>
              <a:t>Evolving economic landscape</a:t>
            </a:r>
            <a:endParaRPr/>
          </a:p>
          <a:p>
            <a:pPr indent="-457200" lvl="1" marL="914400" rtl="0" algn="l">
              <a:spcBef>
                <a:spcPts val="360"/>
              </a:spcBef>
              <a:spcAft>
                <a:spcPts val="0"/>
              </a:spcAft>
              <a:buClr>
                <a:srgbClr val="C00000"/>
              </a:buClr>
              <a:buSzPts val="1800"/>
              <a:buFont typeface="Arial"/>
              <a:buChar char="•"/>
            </a:pPr>
            <a:r>
              <a:rPr i="1" lang="en" sz="1800">
                <a:solidFill>
                  <a:srgbClr val="C00000"/>
                </a:solidFill>
                <a:latin typeface="Titillium Web"/>
                <a:ea typeface="Titillium Web"/>
                <a:cs typeface="Titillium Web"/>
                <a:sym typeface="Titillium Web"/>
              </a:rPr>
              <a:t>Workforce demands with soft skills being the most impo</a:t>
            </a:r>
            <a:r>
              <a:rPr i="1" lang="en" sz="1800">
                <a:solidFill>
                  <a:srgbClr val="C00000"/>
                </a:solidFill>
              </a:rPr>
              <a:t>rtant skills </a:t>
            </a:r>
            <a:endParaRPr/>
          </a:p>
          <a:p>
            <a:pPr indent="-457200" lvl="1" marL="914400" rtl="0" algn="l">
              <a:spcBef>
                <a:spcPts val="360"/>
              </a:spcBef>
              <a:spcAft>
                <a:spcPts val="0"/>
              </a:spcAft>
              <a:buClr>
                <a:srgbClr val="C00000"/>
              </a:buClr>
              <a:buSzPts val="1800"/>
              <a:buFont typeface="Arial"/>
              <a:buChar char="•"/>
            </a:pPr>
            <a:r>
              <a:rPr i="1" lang="en" sz="1800">
                <a:solidFill>
                  <a:srgbClr val="C00000"/>
                </a:solidFill>
                <a:latin typeface="Titillium Web"/>
                <a:ea typeface="Titillium Web"/>
                <a:cs typeface="Titillium Web"/>
                <a:sym typeface="Titillium Web"/>
              </a:rPr>
              <a:t>Opportunities for growth, development, and industry collaboration for more specific skillsets</a:t>
            </a:r>
            <a:endParaRPr/>
          </a:p>
        </p:txBody>
      </p:sp>
      <p:sp>
        <p:nvSpPr>
          <p:cNvPr id="683" name="Google Shape;683;p100"/>
          <p:cNvSpPr txBox="1"/>
          <p:nvPr>
            <p:ph idx="12" type="sldNum"/>
          </p:nvPr>
        </p:nvSpPr>
        <p:spPr>
          <a:xfrm>
            <a:off x="339079" y="4751764"/>
            <a:ext cx="483900" cy="38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
                <a:latin typeface="Titillium Web"/>
                <a:ea typeface="Titillium Web"/>
                <a:cs typeface="Titillium Web"/>
                <a:sym typeface="Titillium Web"/>
              </a:rPr>
              <a:t>‹#›</a:t>
            </a:fld>
            <a:endParaRPr>
              <a:latin typeface="Titillium Web"/>
              <a:ea typeface="Titillium Web"/>
              <a:cs typeface="Titillium Web"/>
              <a:sym typeface="Titillium Web"/>
            </a:endParaRPr>
          </a:p>
        </p:txBody>
      </p:sp>
      <p:pic>
        <p:nvPicPr>
          <p:cNvPr descr="A red pushpin on a map&#10;&#10;Description automatically generated" id="684" name="Google Shape;684;p100"/>
          <p:cNvPicPr preferRelativeResize="0"/>
          <p:nvPr/>
        </p:nvPicPr>
        <p:blipFill rotWithShape="1">
          <a:blip r:embed="rId3">
            <a:alphaModFix/>
          </a:blip>
          <a:srcRect b="0" l="0" r="0" t="0"/>
          <a:stretch/>
        </p:blipFill>
        <p:spPr>
          <a:xfrm>
            <a:off x="5552247" y="1872000"/>
            <a:ext cx="2929800" cy="2052000"/>
          </a:xfrm>
          <a:prstGeom prst="rect">
            <a:avLst/>
          </a:prstGeom>
          <a:noFill/>
          <a:ln>
            <a:noFill/>
          </a:ln>
          <a:effectLst>
            <a:outerShdw blurRad="292100" rotWithShape="0" algn="tl" dir="2700000" dist="139700">
              <a:srgbClr val="333333">
                <a:alpha val="6471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01"/>
          <p:cNvSpPr txBox="1"/>
          <p:nvPr>
            <p:ph type="title"/>
          </p:nvPr>
        </p:nvSpPr>
        <p:spPr>
          <a:xfrm>
            <a:off x="507350" y="342754"/>
            <a:ext cx="8229600" cy="8574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28613"/>
              <a:buFont typeface="Arial"/>
              <a:buNone/>
            </a:pPr>
            <a:r>
              <a:rPr b="1" lang="en" sz="3460"/>
              <a:t>NextGen A.I.R. &amp; Oakmont Education </a:t>
            </a:r>
            <a:endParaRPr b="1" sz="3460"/>
          </a:p>
          <a:p>
            <a:pPr indent="0" lvl="0" marL="0" rtl="0" algn="ctr">
              <a:spcBef>
                <a:spcPts val="0"/>
              </a:spcBef>
              <a:spcAft>
                <a:spcPts val="0"/>
              </a:spcAft>
              <a:buClr>
                <a:schemeClr val="dk1"/>
              </a:buClr>
              <a:buSzPct val="28613"/>
              <a:buFont typeface="Arial"/>
              <a:buNone/>
            </a:pPr>
            <a:r>
              <a:rPr b="1" lang="en" sz="3460"/>
              <a:t>Impact-Partners</a:t>
            </a:r>
            <a:endParaRPr b="1"/>
          </a:p>
        </p:txBody>
      </p:sp>
      <p:sp>
        <p:nvSpPr>
          <p:cNvPr id="690" name="Google Shape;690;p101"/>
          <p:cNvSpPr txBox="1"/>
          <p:nvPr>
            <p:ph idx="1" type="body"/>
          </p:nvPr>
        </p:nvSpPr>
        <p:spPr>
          <a:xfrm>
            <a:off x="507350" y="174900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Why This Is A Good Fit:</a:t>
            </a:r>
            <a:endParaRPr/>
          </a:p>
        </p:txBody>
      </p:sp>
      <p:pic>
        <p:nvPicPr>
          <p:cNvPr id="691" name="Google Shape;691;p101" title="1000011565.jpg"/>
          <p:cNvPicPr preferRelativeResize="0"/>
          <p:nvPr/>
        </p:nvPicPr>
        <p:blipFill rotWithShape="1">
          <a:blip r:embed="rId3">
            <a:alphaModFix/>
          </a:blip>
          <a:srcRect b="43274" l="0" r="0" t="34778"/>
          <a:stretch/>
        </p:blipFill>
        <p:spPr>
          <a:xfrm>
            <a:off x="2031350" y="2485850"/>
            <a:ext cx="4478549" cy="24480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02"/>
          <p:cNvSpPr txBox="1"/>
          <p:nvPr>
            <p:ph type="title"/>
          </p:nvPr>
        </p:nvSpPr>
        <p:spPr>
          <a:xfrm>
            <a:off x="393700" y="104375"/>
            <a:ext cx="8229600" cy="1319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SzPts val="990"/>
              <a:buNone/>
            </a:pPr>
            <a:r>
              <a:rPr lang="en" sz="3460"/>
              <a:t>NextGen A.I.R. &amp; Oakmont Education </a:t>
            </a:r>
            <a:endParaRPr sz="3460"/>
          </a:p>
          <a:p>
            <a:pPr indent="0" lvl="0" marL="0" rtl="0" algn="ctr">
              <a:spcBef>
                <a:spcPts val="0"/>
              </a:spcBef>
              <a:spcAft>
                <a:spcPts val="0"/>
              </a:spcAft>
              <a:buSzPts val="990"/>
              <a:buNone/>
            </a:pPr>
            <a:r>
              <a:rPr lang="en" sz="3460"/>
              <a:t>Impact-Partners</a:t>
            </a:r>
            <a:endParaRPr sz="3460"/>
          </a:p>
        </p:txBody>
      </p:sp>
      <p:pic>
        <p:nvPicPr>
          <p:cNvPr id="697" name="Google Shape;697;p102" title="1000011569.jpg"/>
          <p:cNvPicPr preferRelativeResize="0"/>
          <p:nvPr/>
        </p:nvPicPr>
        <p:blipFill rotWithShape="1">
          <a:blip r:embed="rId3">
            <a:alphaModFix/>
          </a:blip>
          <a:srcRect b="45371" l="7485" r="0" t="14710"/>
          <a:stretch/>
        </p:blipFill>
        <p:spPr>
          <a:xfrm>
            <a:off x="4474913" y="1505488"/>
            <a:ext cx="4486769" cy="3538729"/>
          </a:xfrm>
          <a:prstGeom prst="rect">
            <a:avLst/>
          </a:prstGeom>
          <a:noFill/>
          <a:ln>
            <a:noFill/>
          </a:ln>
        </p:spPr>
      </p:pic>
      <p:sp>
        <p:nvSpPr>
          <p:cNvPr id="698" name="Google Shape;698;p102"/>
          <p:cNvSpPr txBox="1"/>
          <p:nvPr/>
        </p:nvSpPr>
        <p:spPr>
          <a:xfrm>
            <a:off x="195075" y="2571750"/>
            <a:ext cx="4013100" cy="1319400"/>
          </a:xfrm>
          <a:prstGeom prst="rect">
            <a:avLst/>
          </a:prstGeom>
          <a:noFill/>
          <a:ln>
            <a:noFill/>
          </a:ln>
        </p:spPr>
        <p:txBody>
          <a:bodyPr anchorCtr="0" anchor="t" bIns="91425" lIns="91425" spcFirstLastPara="1" rIns="91425" wrap="square" tIns="91425">
            <a:noAutofit/>
          </a:bodyPr>
          <a:lstStyle/>
          <a:p>
            <a:pPr indent="0" lvl="0" marL="0" rtl="0" algn="ctr">
              <a:spcBef>
                <a:spcPts val="360"/>
              </a:spcBef>
              <a:spcAft>
                <a:spcPts val="0"/>
              </a:spcAft>
              <a:buNone/>
            </a:pPr>
            <a:r>
              <a:rPr lang="en" sz="2500">
                <a:solidFill>
                  <a:schemeClr val="dk1"/>
                </a:solidFill>
                <a:latin typeface="Calibri"/>
                <a:ea typeface="Calibri"/>
                <a:cs typeface="Calibri"/>
                <a:sym typeface="Calibri"/>
              </a:rPr>
              <a:t>The Rollout - </a:t>
            </a:r>
            <a:endParaRPr sz="2500">
              <a:solidFill>
                <a:schemeClr val="dk1"/>
              </a:solidFill>
              <a:latin typeface="Calibri"/>
              <a:ea typeface="Calibri"/>
              <a:cs typeface="Calibri"/>
              <a:sym typeface="Calibri"/>
            </a:endParaRPr>
          </a:p>
          <a:p>
            <a:pPr indent="0" lvl="0" marL="0" rtl="0" algn="ctr">
              <a:spcBef>
                <a:spcPts val="360"/>
              </a:spcBef>
              <a:spcAft>
                <a:spcPts val="0"/>
              </a:spcAft>
              <a:buNone/>
            </a:pPr>
            <a:r>
              <a:rPr b="1" lang="en" sz="2500">
                <a:solidFill>
                  <a:schemeClr val="dk1"/>
                </a:solidFill>
                <a:latin typeface="Calibri"/>
                <a:ea typeface="Calibri"/>
                <a:cs typeface="Calibri"/>
                <a:sym typeface="Calibri"/>
              </a:rPr>
              <a:t>Phase One: </a:t>
            </a:r>
            <a:endParaRPr b="1" sz="2500">
              <a:solidFill>
                <a:schemeClr val="dk1"/>
              </a:solidFill>
              <a:latin typeface="Calibri"/>
              <a:ea typeface="Calibri"/>
              <a:cs typeface="Calibri"/>
              <a:sym typeface="Calibri"/>
            </a:endParaRPr>
          </a:p>
          <a:p>
            <a:pPr indent="0" lvl="0" marL="0" rtl="0" algn="ctr">
              <a:spcBef>
                <a:spcPts val="360"/>
              </a:spcBef>
              <a:spcAft>
                <a:spcPts val="0"/>
              </a:spcAft>
              <a:buClr>
                <a:schemeClr val="dk1"/>
              </a:buClr>
              <a:buSzPts val="1100"/>
              <a:buFont typeface="Arial"/>
              <a:buNone/>
            </a:pPr>
            <a:r>
              <a:rPr lang="en" sz="2500">
                <a:solidFill>
                  <a:schemeClr val="dk1"/>
                </a:solidFill>
                <a:latin typeface="Calibri"/>
                <a:ea typeface="Calibri"/>
                <a:cs typeface="Calibri"/>
                <a:sym typeface="Calibri"/>
              </a:rPr>
              <a:t>The Dayton Location</a:t>
            </a:r>
            <a:endParaRPr sz="25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03"/>
          <p:cNvSpPr txBox="1"/>
          <p:nvPr>
            <p:ph type="title"/>
          </p:nvPr>
        </p:nvSpPr>
        <p:spPr>
          <a:xfrm>
            <a:off x="457200" y="99927"/>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 sz="2500">
                <a:highlight>
                  <a:srgbClr val="FFFFFF"/>
                </a:highlight>
                <a:latin typeface="Roboto"/>
                <a:ea typeface="Roboto"/>
                <a:cs typeface="Roboto"/>
                <a:sym typeface="Roboto"/>
              </a:rPr>
              <a:t>Individualized Education and </a:t>
            </a:r>
            <a:endParaRPr b="1" sz="2500">
              <a:highlight>
                <a:srgbClr val="FFFFFF"/>
              </a:highlight>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b="1" lang="en" sz="2500">
                <a:highlight>
                  <a:srgbClr val="FFFFFF"/>
                </a:highlight>
                <a:latin typeface="Roboto"/>
                <a:ea typeface="Roboto"/>
                <a:cs typeface="Roboto"/>
                <a:sym typeface="Roboto"/>
              </a:rPr>
              <a:t>Career-Focused Learning</a:t>
            </a:r>
            <a:endParaRPr b="1" sz="2400">
              <a:highlight>
                <a:srgbClr val="FFFFFF"/>
              </a:highlight>
              <a:latin typeface="Roboto"/>
              <a:ea typeface="Roboto"/>
              <a:cs typeface="Roboto"/>
              <a:sym typeface="Roboto"/>
            </a:endParaRPr>
          </a:p>
        </p:txBody>
      </p:sp>
      <p:sp>
        <p:nvSpPr>
          <p:cNvPr id="704" name="Google Shape;704;p103"/>
          <p:cNvSpPr txBox="1"/>
          <p:nvPr>
            <p:ph idx="1" type="body"/>
          </p:nvPr>
        </p:nvSpPr>
        <p:spPr>
          <a:xfrm>
            <a:off x="457200" y="758269"/>
            <a:ext cx="8229600" cy="2847600"/>
          </a:xfrm>
          <a:prstGeom prst="rect">
            <a:avLst/>
          </a:prstGeom>
        </p:spPr>
        <p:txBody>
          <a:bodyPr anchorCtr="0" anchor="t" bIns="45700" lIns="91425" spcFirstLastPara="1" rIns="91425" wrap="square" tIns="45700">
            <a:normAutofit lnSpcReduction="20000"/>
          </a:bodyPr>
          <a:lstStyle/>
          <a:p>
            <a:pPr indent="0" lvl="0" marL="0" rtl="0" algn="ctr">
              <a:lnSpc>
                <a:spcPct val="90000"/>
              </a:lnSpc>
              <a:spcBef>
                <a:spcPts val="360"/>
              </a:spcBef>
              <a:spcAft>
                <a:spcPts val="0"/>
              </a:spcAft>
              <a:buNone/>
            </a:pPr>
            <a:r>
              <a:t/>
            </a:r>
            <a:endParaRPr b="1" sz="2000"/>
          </a:p>
          <a:p>
            <a:pPr indent="0" lvl="0" marL="0" rtl="0" algn="ctr">
              <a:lnSpc>
                <a:spcPct val="90000"/>
              </a:lnSpc>
              <a:spcBef>
                <a:spcPts val="360"/>
              </a:spcBef>
              <a:spcAft>
                <a:spcPts val="0"/>
              </a:spcAft>
              <a:buNone/>
            </a:pPr>
            <a:r>
              <a:rPr b="1" lang="en" sz="2000"/>
              <a:t>The collaboration between NextGen AIR and </a:t>
            </a:r>
            <a:r>
              <a:rPr b="1" lang="en" sz="2000">
                <a:highlight>
                  <a:schemeClr val="lt1"/>
                </a:highlight>
              </a:rPr>
              <a:t>Oakmont Education</a:t>
            </a:r>
            <a:r>
              <a:rPr b="1" lang="en" sz="2000"/>
              <a:t> will use a hands-on approach to teaching the next generation of advanced manufacturing skilled workers to be job-ready from day one. </a:t>
            </a:r>
            <a:endParaRPr b="1" sz="2000"/>
          </a:p>
          <a:p>
            <a:pPr indent="0" lvl="0" marL="0" rtl="0" algn="ctr">
              <a:lnSpc>
                <a:spcPct val="90000"/>
              </a:lnSpc>
              <a:spcBef>
                <a:spcPts val="360"/>
              </a:spcBef>
              <a:spcAft>
                <a:spcPts val="0"/>
              </a:spcAft>
              <a:buNone/>
            </a:pPr>
            <a:r>
              <a:rPr b="1" lang="en" sz="2000"/>
              <a:t>It will be  a powerful model of innovative and immersive  training in AI, automation, and robotics that prepares each </a:t>
            </a:r>
            <a:r>
              <a:rPr b="1" lang="en" sz="2000"/>
              <a:t>student</a:t>
            </a:r>
            <a:r>
              <a:rPr b="1" lang="en" sz="2000"/>
              <a:t> to be an productive member of a smart manufacturing</a:t>
            </a:r>
            <a:r>
              <a:rPr b="1" lang="en" sz="2000"/>
              <a:t> team. </a:t>
            </a:r>
            <a:endParaRPr b="1" sz="2000"/>
          </a:p>
          <a:p>
            <a:pPr indent="0" lvl="0" marL="0" rtl="0" algn="l">
              <a:lnSpc>
                <a:spcPct val="90000"/>
              </a:lnSpc>
              <a:spcBef>
                <a:spcPts val="360"/>
              </a:spcBef>
              <a:spcAft>
                <a:spcPts val="0"/>
              </a:spcAft>
              <a:buNone/>
            </a:pPr>
            <a:r>
              <a:t/>
            </a:r>
            <a:endParaRPr b="1" sz="2000"/>
          </a:p>
          <a:p>
            <a:pPr indent="0" lvl="0" marL="0" rtl="0" algn="ctr">
              <a:lnSpc>
                <a:spcPct val="90000"/>
              </a:lnSpc>
              <a:spcBef>
                <a:spcPts val="360"/>
              </a:spcBef>
              <a:spcAft>
                <a:spcPts val="0"/>
              </a:spcAft>
              <a:buNone/>
            </a:pPr>
            <a:r>
              <a:rPr b="1" lang="en" sz="3500"/>
              <a:t>Our students will </a:t>
            </a:r>
            <a:r>
              <a:rPr b="1" lang="en" sz="3500"/>
              <a:t>benefit</a:t>
            </a:r>
            <a:r>
              <a:rPr b="1" lang="en" sz="3500"/>
              <a:t>!</a:t>
            </a:r>
            <a:endParaRPr b="1" sz="3500"/>
          </a:p>
          <a:p>
            <a:pPr indent="0" lvl="0" marL="0" rtl="0" algn="l">
              <a:lnSpc>
                <a:spcPct val="90000"/>
              </a:lnSpc>
              <a:spcBef>
                <a:spcPts val="360"/>
              </a:spcBef>
              <a:spcAft>
                <a:spcPts val="0"/>
              </a:spcAft>
              <a:buNone/>
            </a:pPr>
            <a:r>
              <a:t/>
            </a:r>
            <a:endParaRPr sz="2000"/>
          </a:p>
        </p:txBody>
      </p:sp>
      <p:pic>
        <p:nvPicPr>
          <p:cNvPr id="705" name="Google Shape;705;p103" title="NextGen AIR Logo - White Background.png"/>
          <p:cNvPicPr preferRelativeResize="0"/>
          <p:nvPr/>
        </p:nvPicPr>
        <p:blipFill>
          <a:blip r:embed="rId3">
            <a:alphaModFix/>
          </a:blip>
          <a:stretch>
            <a:fillRect/>
          </a:stretch>
        </p:blipFill>
        <p:spPr>
          <a:xfrm>
            <a:off x="860191" y="3214206"/>
            <a:ext cx="1605450" cy="1541663"/>
          </a:xfrm>
          <a:prstGeom prst="rect">
            <a:avLst/>
          </a:prstGeom>
          <a:noFill/>
          <a:ln>
            <a:noFill/>
          </a:ln>
        </p:spPr>
      </p:pic>
      <p:pic>
        <p:nvPicPr>
          <p:cNvPr id="706" name="Google Shape;706;p103" title="Oakmot Education.png"/>
          <p:cNvPicPr preferRelativeResize="0"/>
          <p:nvPr/>
        </p:nvPicPr>
        <p:blipFill>
          <a:blip r:embed="rId4">
            <a:alphaModFix/>
          </a:blip>
          <a:stretch>
            <a:fillRect/>
          </a:stretch>
        </p:blipFill>
        <p:spPr>
          <a:xfrm>
            <a:off x="6469934" y="3068900"/>
            <a:ext cx="1813875" cy="1832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4"/>
          <p:cNvSpPr txBox="1"/>
          <p:nvPr>
            <p:ph type="title"/>
          </p:nvPr>
        </p:nvSpPr>
        <p:spPr>
          <a:xfrm>
            <a:off x="457200" y="-123326"/>
            <a:ext cx="8229600" cy="672300"/>
          </a:xfrm>
          <a:prstGeom prst="rect">
            <a:avLst/>
          </a:prstGeom>
        </p:spPr>
        <p:txBody>
          <a:bodyPr anchorCtr="0" anchor="ctr" bIns="45700" lIns="91425" spcFirstLastPara="1" rIns="91425" wrap="square" tIns="45700">
            <a:normAutofit/>
          </a:bodyPr>
          <a:lstStyle/>
          <a:p>
            <a:pPr indent="0" lvl="0" marL="0" rtl="0" algn="ctr">
              <a:lnSpc>
                <a:spcPct val="105000"/>
              </a:lnSpc>
              <a:spcBef>
                <a:spcPts val="1800"/>
              </a:spcBef>
              <a:spcAft>
                <a:spcPts val="400"/>
              </a:spcAft>
              <a:buClr>
                <a:schemeClr val="dk1"/>
              </a:buClr>
              <a:buSzPts val="1100"/>
              <a:buFont typeface="Arial"/>
              <a:buNone/>
            </a:pPr>
            <a:r>
              <a:rPr b="1" lang="en" sz="2800">
                <a:latin typeface="Arial"/>
                <a:ea typeface="Arial"/>
                <a:cs typeface="Arial"/>
                <a:sym typeface="Arial"/>
              </a:rPr>
              <a:t>🎓 Benefits for our Students</a:t>
            </a:r>
            <a:endParaRPr sz="2800"/>
          </a:p>
        </p:txBody>
      </p:sp>
      <p:sp>
        <p:nvSpPr>
          <p:cNvPr id="712" name="Google Shape;712;p104"/>
          <p:cNvSpPr txBox="1"/>
          <p:nvPr>
            <p:ph idx="1" type="body"/>
          </p:nvPr>
        </p:nvSpPr>
        <p:spPr>
          <a:xfrm>
            <a:off x="457200" y="734066"/>
            <a:ext cx="8229600" cy="17907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 sz="1600">
                <a:latin typeface="Arial"/>
                <a:ea typeface="Arial"/>
                <a:cs typeface="Arial"/>
                <a:sym typeface="Arial"/>
              </a:rPr>
              <a:t>🚀 Oakmont’s Workforce-Ready Tech Training</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b="1" lang="en" sz="1600">
                <a:latin typeface="Arial"/>
                <a:ea typeface="Arial"/>
                <a:cs typeface="Arial"/>
                <a:sym typeface="Arial"/>
              </a:rPr>
              <a:t>Industry Recognized Skills</a:t>
            </a:r>
            <a:r>
              <a:rPr lang="en" sz="1600">
                <a:latin typeface="Arial"/>
                <a:ea typeface="Arial"/>
                <a:cs typeface="Arial"/>
                <a:sym typeface="Arial"/>
              </a:rPr>
              <a:t>: Students gain craft skills necessary for entry level employment with emphasis on proficiency over credentials.</a:t>
            </a:r>
            <a:endParaRPr sz="1600">
              <a:latin typeface="Arial"/>
              <a:ea typeface="Arial"/>
              <a:cs typeface="Arial"/>
              <a:sym typeface="Arial"/>
            </a:endParaRPr>
          </a:p>
          <a:p>
            <a:pPr indent="-330200" lvl="0" marL="457200" rtl="0" algn="l">
              <a:lnSpc>
                <a:spcPct val="115000"/>
              </a:lnSpc>
              <a:spcBef>
                <a:spcPts val="900"/>
              </a:spcBef>
              <a:spcAft>
                <a:spcPts val="0"/>
              </a:spcAft>
              <a:buSzPts val="1600"/>
              <a:buChar char="●"/>
            </a:pPr>
            <a:r>
              <a:rPr b="1" lang="en" sz="1600">
                <a:latin typeface="Arial"/>
                <a:ea typeface="Arial"/>
                <a:cs typeface="Arial"/>
                <a:sym typeface="Arial"/>
              </a:rPr>
              <a:t>Work-Based Learning</a:t>
            </a:r>
            <a:r>
              <a:rPr lang="en" sz="1600">
                <a:latin typeface="Arial"/>
                <a:ea typeface="Arial"/>
                <a:cs typeface="Arial"/>
                <a:sym typeface="Arial"/>
              </a:rPr>
              <a:t>: Logged work hours in the sector build real world experiences that prepares youth to meet employer expectations.</a:t>
            </a:r>
            <a:endParaRPr sz="1600">
              <a:latin typeface="Arial"/>
              <a:ea typeface="Arial"/>
              <a:cs typeface="Arial"/>
              <a:sym typeface="Arial"/>
            </a:endParaRPr>
          </a:p>
          <a:p>
            <a:pPr indent="-330200" lvl="0" marL="457200" rtl="0" algn="l">
              <a:lnSpc>
                <a:spcPct val="115000"/>
              </a:lnSpc>
              <a:spcBef>
                <a:spcPts val="900"/>
              </a:spcBef>
              <a:spcAft>
                <a:spcPts val="0"/>
              </a:spcAft>
              <a:buSzPts val="1600"/>
              <a:buChar char="●"/>
            </a:pPr>
            <a:r>
              <a:rPr b="1" lang="en" sz="1600">
                <a:latin typeface="Arial"/>
                <a:ea typeface="Arial"/>
                <a:cs typeface="Arial"/>
                <a:sym typeface="Arial"/>
              </a:rPr>
              <a:t>Professional / Durable Skills</a:t>
            </a:r>
            <a:r>
              <a:rPr lang="en" sz="1600">
                <a:latin typeface="Arial"/>
                <a:ea typeface="Arial"/>
                <a:cs typeface="Arial"/>
                <a:sym typeface="Arial"/>
              </a:rPr>
              <a:t>: Training incorporates aspects of resiliency with additional focus on skills for communication, initiative and professionalism.</a:t>
            </a:r>
            <a:endParaRPr sz="1600">
              <a:latin typeface="Arial"/>
              <a:ea typeface="Arial"/>
              <a:cs typeface="Arial"/>
              <a:sym typeface="Arial"/>
            </a:endParaRPr>
          </a:p>
          <a:p>
            <a:pPr indent="-330200" lvl="0" marL="457200" rtl="0" algn="l">
              <a:lnSpc>
                <a:spcPct val="115000"/>
              </a:lnSpc>
              <a:spcBef>
                <a:spcPts val="900"/>
              </a:spcBef>
              <a:spcAft>
                <a:spcPts val="0"/>
              </a:spcAft>
              <a:buSzPts val="1600"/>
              <a:buChar char="●"/>
            </a:pPr>
            <a:r>
              <a:rPr b="1" lang="en" sz="1600">
                <a:latin typeface="Arial"/>
                <a:ea typeface="Arial"/>
                <a:cs typeface="Arial"/>
                <a:sym typeface="Arial"/>
              </a:rPr>
              <a:t>Direct-to-Work Pipeline</a:t>
            </a:r>
            <a:r>
              <a:rPr lang="en" sz="1600">
                <a:latin typeface="Arial"/>
                <a:ea typeface="Arial"/>
                <a:cs typeface="Arial"/>
                <a:sym typeface="Arial"/>
              </a:rPr>
              <a:t>: Career Navigators provide placement assistance AND supports for 12 months to improve retention and employer satisfaction.</a:t>
            </a:r>
            <a:endParaRPr sz="1600">
              <a:latin typeface="Arial"/>
              <a:ea typeface="Arial"/>
              <a:cs typeface="Arial"/>
              <a:sym typeface="Arial"/>
            </a:endParaRPr>
          </a:p>
          <a:p>
            <a:pPr indent="0" lvl="0" marL="0" rtl="0" algn="l">
              <a:lnSpc>
                <a:spcPct val="90000"/>
              </a:lnSpc>
              <a:spcBef>
                <a:spcPts val="360"/>
              </a:spcBef>
              <a:spcAft>
                <a:spcPts val="0"/>
              </a:spcAft>
              <a:buNone/>
            </a:pPr>
            <a:r>
              <a:t/>
            </a:r>
            <a:endParaRPr b="1" sz="1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0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lnSpc>
                <a:spcPct val="130000"/>
              </a:lnSpc>
              <a:spcBef>
                <a:spcPts val="0"/>
              </a:spcBef>
              <a:spcAft>
                <a:spcPts val="0"/>
              </a:spcAft>
              <a:buNone/>
            </a:pPr>
            <a:r>
              <a:t/>
            </a:r>
            <a:endParaRPr b="1" sz="2500">
              <a:highlight>
                <a:srgbClr val="FFFFFF"/>
              </a:highlight>
              <a:latin typeface="Roboto"/>
              <a:ea typeface="Roboto"/>
              <a:cs typeface="Roboto"/>
              <a:sym typeface="Roboto"/>
            </a:endParaRPr>
          </a:p>
          <a:p>
            <a:pPr indent="0" lvl="0" marL="0" rtl="0" algn="ctr">
              <a:lnSpc>
                <a:spcPct val="100000"/>
              </a:lnSpc>
              <a:spcBef>
                <a:spcPts val="0"/>
              </a:spcBef>
              <a:spcAft>
                <a:spcPts val="0"/>
              </a:spcAft>
              <a:buNone/>
            </a:pPr>
            <a:r>
              <a:rPr b="1" lang="en" sz="2500">
                <a:highlight>
                  <a:srgbClr val="FFFFFF"/>
                </a:highlight>
                <a:latin typeface="Roboto"/>
                <a:ea typeface="Roboto"/>
                <a:cs typeface="Roboto"/>
                <a:sym typeface="Roboto"/>
              </a:rPr>
              <a:t>Individualized Education and </a:t>
            </a:r>
            <a:endParaRPr b="1" sz="2500">
              <a:highlight>
                <a:srgbClr val="FFFFFF"/>
              </a:highlight>
              <a:latin typeface="Roboto"/>
              <a:ea typeface="Roboto"/>
              <a:cs typeface="Roboto"/>
              <a:sym typeface="Roboto"/>
            </a:endParaRPr>
          </a:p>
          <a:p>
            <a:pPr indent="0" lvl="0" marL="0" rtl="0" algn="ctr">
              <a:lnSpc>
                <a:spcPct val="100000"/>
              </a:lnSpc>
              <a:spcBef>
                <a:spcPts val="0"/>
              </a:spcBef>
              <a:spcAft>
                <a:spcPts val="0"/>
              </a:spcAft>
              <a:buClr>
                <a:schemeClr val="dk1"/>
              </a:buClr>
              <a:buSzPts val="1100"/>
              <a:buFont typeface="Arial"/>
              <a:buNone/>
            </a:pPr>
            <a:r>
              <a:rPr b="1" lang="en" sz="2500">
                <a:highlight>
                  <a:srgbClr val="FFFFFF"/>
                </a:highlight>
                <a:latin typeface="Roboto"/>
                <a:ea typeface="Roboto"/>
                <a:cs typeface="Roboto"/>
                <a:sym typeface="Roboto"/>
              </a:rPr>
              <a:t>Career-Focused Learning</a:t>
            </a:r>
            <a:endParaRPr b="1" sz="2500">
              <a:highlight>
                <a:srgbClr val="FFFFFF"/>
              </a:highlight>
              <a:latin typeface="Roboto"/>
              <a:ea typeface="Roboto"/>
              <a:cs typeface="Roboto"/>
              <a:sym typeface="Roboto"/>
            </a:endParaRPr>
          </a:p>
          <a:p>
            <a:pPr indent="0" lvl="0" marL="0" rtl="0" algn="ctr">
              <a:spcBef>
                <a:spcPts val="0"/>
              </a:spcBef>
              <a:spcAft>
                <a:spcPts val="0"/>
              </a:spcAft>
              <a:buNone/>
            </a:pPr>
            <a:r>
              <a:t/>
            </a:r>
            <a:endParaRPr sz="2500"/>
          </a:p>
        </p:txBody>
      </p:sp>
      <p:sp>
        <p:nvSpPr>
          <p:cNvPr id="718" name="Google Shape;718;p105"/>
          <p:cNvSpPr txBox="1"/>
          <p:nvPr>
            <p:ph idx="1" type="body"/>
          </p:nvPr>
        </p:nvSpPr>
        <p:spPr>
          <a:xfrm>
            <a:off x="457200" y="1306205"/>
            <a:ext cx="8229600" cy="2388000"/>
          </a:xfrm>
          <a:prstGeom prst="rect">
            <a:avLst/>
          </a:prstGeom>
        </p:spPr>
        <p:txBody>
          <a:bodyPr anchorCtr="0" anchor="t" bIns="45700" lIns="91425" spcFirstLastPara="1" rIns="91425" wrap="square" tIns="45700">
            <a:normAutofit fontScale="70000" lnSpcReduction="10000"/>
          </a:bodyPr>
          <a:lstStyle/>
          <a:p>
            <a:pPr indent="0" lvl="0" marL="0" rtl="0" algn="ctr">
              <a:lnSpc>
                <a:spcPct val="90000"/>
              </a:lnSpc>
              <a:spcBef>
                <a:spcPts val="360"/>
              </a:spcBef>
              <a:spcAft>
                <a:spcPts val="0"/>
              </a:spcAft>
              <a:buNone/>
            </a:pPr>
            <a:r>
              <a:t/>
            </a:r>
            <a:endParaRPr b="1" sz="2000"/>
          </a:p>
          <a:p>
            <a:pPr indent="0" lvl="0" marL="0" rtl="0" algn="ctr">
              <a:lnSpc>
                <a:spcPct val="90000"/>
              </a:lnSpc>
              <a:spcBef>
                <a:spcPts val="360"/>
              </a:spcBef>
              <a:spcAft>
                <a:spcPts val="0"/>
              </a:spcAft>
              <a:buNone/>
            </a:pPr>
            <a:r>
              <a:t/>
            </a:r>
            <a:endParaRPr b="1" sz="2000"/>
          </a:p>
          <a:p>
            <a:pPr indent="0" lvl="0" marL="0" rtl="0" algn="ctr">
              <a:lnSpc>
                <a:spcPct val="90000"/>
              </a:lnSpc>
              <a:spcBef>
                <a:spcPts val="360"/>
              </a:spcBef>
              <a:spcAft>
                <a:spcPts val="0"/>
              </a:spcAft>
              <a:buClr>
                <a:schemeClr val="dk1"/>
              </a:buClr>
              <a:buSzPct val="55000"/>
              <a:buFont typeface="Arial"/>
              <a:buNone/>
            </a:pPr>
            <a:r>
              <a:rPr b="1" lang="en" sz="2000"/>
              <a:t>The NextGen AIR (NAIR) and Oakmont Education (OE) Collaboration will be centered around OE’s four  pillars philosophy of Heal, Hope, Workforce Development and Post-Secondary Placement, coupled with NAIR’s belief that technology can transform an individual’s life, a community and a country.</a:t>
            </a:r>
            <a:endParaRPr sz="2000"/>
          </a:p>
          <a:p>
            <a:pPr indent="0" lvl="0" marL="0" rtl="0" algn="l">
              <a:lnSpc>
                <a:spcPct val="90000"/>
              </a:lnSpc>
              <a:spcBef>
                <a:spcPts val="360"/>
              </a:spcBef>
              <a:spcAft>
                <a:spcPts val="0"/>
              </a:spcAft>
              <a:buClr>
                <a:schemeClr val="dk1"/>
              </a:buClr>
              <a:buSzPct val="55000"/>
              <a:buFont typeface="Arial"/>
              <a:buNone/>
            </a:pPr>
            <a:r>
              <a:t/>
            </a:r>
            <a:endParaRPr b="1" sz="2000"/>
          </a:p>
          <a:p>
            <a:pPr indent="0" lvl="0" marL="0" rtl="0" algn="l">
              <a:lnSpc>
                <a:spcPct val="90000"/>
              </a:lnSpc>
              <a:spcBef>
                <a:spcPts val="360"/>
              </a:spcBef>
              <a:spcAft>
                <a:spcPts val="0"/>
              </a:spcAft>
              <a:buClr>
                <a:schemeClr val="dk1"/>
              </a:buClr>
              <a:buSzPct val="55000"/>
              <a:buFont typeface="Arial"/>
              <a:buNone/>
            </a:pPr>
            <a:r>
              <a:t/>
            </a:r>
            <a:endParaRPr b="1" sz="2000"/>
          </a:p>
          <a:p>
            <a:pPr indent="0" lvl="0" marL="0" rtl="0" algn="ctr">
              <a:lnSpc>
                <a:spcPct val="90000"/>
              </a:lnSpc>
              <a:spcBef>
                <a:spcPts val="360"/>
              </a:spcBef>
              <a:spcAft>
                <a:spcPts val="0"/>
              </a:spcAft>
              <a:buClr>
                <a:schemeClr val="dk1"/>
              </a:buClr>
              <a:buSzPct val="31429"/>
              <a:buFont typeface="Arial"/>
              <a:buNone/>
            </a:pPr>
            <a:r>
              <a:rPr b="1" lang="en" sz="3500"/>
              <a:t>Employers Will Benefit!</a:t>
            </a:r>
            <a:endParaRPr b="1" sz="3500"/>
          </a:p>
          <a:p>
            <a:pPr indent="0" lvl="0" marL="0" rtl="0" algn="l">
              <a:lnSpc>
                <a:spcPct val="90000"/>
              </a:lnSpc>
              <a:spcBef>
                <a:spcPts val="360"/>
              </a:spcBef>
              <a:spcAft>
                <a:spcPts val="0"/>
              </a:spcAft>
              <a:buClr>
                <a:schemeClr val="dk1"/>
              </a:buClr>
              <a:buSzPct val="55000"/>
              <a:buFont typeface="Arial"/>
              <a:buNone/>
            </a:pPr>
            <a:r>
              <a:t/>
            </a:r>
            <a:endParaRPr sz="2000"/>
          </a:p>
          <a:p>
            <a:pPr indent="0" lvl="0" marL="0" rtl="0" algn="l">
              <a:spcBef>
                <a:spcPts val="360"/>
              </a:spcBef>
              <a:spcAft>
                <a:spcPts val="0"/>
              </a:spcAft>
              <a:buNone/>
            </a:pPr>
            <a:r>
              <a:t/>
            </a:r>
            <a:endParaRPr/>
          </a:p>
        </p:txBody>
      </p:sp>
      <p:grpSp>
        <p:nvGrpSpPr>
          <p:cNvPr id="719" name="Google Shape;719;p105"/>
          <p:cNvGrpSpPr/>
          <p:nvPr/>
        </p:nvGrpSpPr>
        <p:grpSpPr>
          <a:xfrm>
            <a:off x="894758" y="3068900"/>
            <a:ext cx="7423618" cy="1832275"/>
            <a:chOff x="894758" y="3068900"/>
            <a:chExt cx="7423618" cy="1832275"/>
          </a:xfrm>
        </p:grpSpPr>
        <p:pic>
          <p:nvPicPr>
            <p:cNvPr id="720" name="Google Shape;720;p105" title="NextGen AIR Logo - White Background.png"/>
            <p:cNvPicPr preferRelativeResize="0"/>
            <p:nvPr/>
          </p:nvPicPr>
          <p:blipFill>
            <a:blip r:embed="rId3">
              <a:alphaModFix/>
            </a:blip>
            <a:stretch>
              <a:fillRect/>
            </a:stretch>
          </p:blipFill>
          <p:spPr>
            <a:xfrm>
              <a:off x="894758" y="3214206"/>
              <a:ext cx="1605450" cy="1541663"/>
            </a:xfrm>
            <a:prstGeom prst="rect">
              <a:avLst/>
            </a:prstGeom>
            <a:noFill/>
            <a:ln>
              <a:noFill/>
            </a:ln>
          </p:spPr>
        </p:pic>
        <p:pic>
          <p:nvPicPr>
            <p:cNvPr id="721" name="Google Shape;721;p105" title="Oakmot Education.png"/>
            <p:cNvPicPr preferRelativeResize="0"/>
            <p:nvPr/>
          </p:nvPicPr>
          <p:blipFill>
            <a:blip r:embed="rId4">
              <a:alphaModFix/>
            </a:blip>
            <a:stretch>
              <a:fillRect/>
            </a:stretch>
          </p:blipFill>
          <p:spPr>
            <a:xfrm>
              <a:off x="6504502" y="3068900"/>
              <a:ext cx="1813875" cy="1832275"/>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06"/>
          <p:cNvSpPr txBox="1"/>
          <p:nvPr>
            <p:ph type="title"/>
          </p:nvPr>
        </p:nvSpPr>
        <p:spPr>
          <a:xfrm>
            <a:off x="457200" y="1"/>
            <a:ext cx="8229600" cy="6723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800"/>
              </a:spcBef>
              <a:spcAft>
                <a:spcPts val="400"/>
              </a:spcAft>
              <a:buClr>
                <a:schemeClr val="dk1"/>
              </a:buClr>
              <a:buSzPts val="1100"/>
              <a:buFont typeface="Arial"/>
              <a:buNone/>
            </a:pPr>
            <a:r>
              <a:rPr b="1" lang="en" sz="3300">
                <a:latin typeface="Arial"/>
                <a:ea typeface="Arial"/>
                <a:cs typeface="Arial"/>
                <a:sym typeface="Arial"/>
              </a:rPr>
              <a:t>🏭 Benefits for Employers</a:t>
            </a:r>
            <a:endParaRPr sz="3300"/>
          </a:p>
        </p:txBody>
      </p:sp>
      <p:sp>
        <p:nvSpPr>
          <p:cNvPr id="727" name="Google Shape;727;p106"/>
          <p:cNvSpPr txBox="1"/>
          <p:nvPr>
            <p:ph idx="1" type="body"/>
          </p:nvPr>
        </p:nvSpPr>
        <p:spPr>
          <a:xfrm>
            <a:off x="457200" y="878275"/>
            <a:ext cx="8229600" cy="16539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 sz="1800">
                <a:latin typeface="Arial"/>
                <a:ea typeface="Arial"/>
                <a:cs typeface="Arial"/>
                <a:sym typeface="Arial"/>
              </a:rPr>
              <a:t>🤝 Employer Benefits of Oakmont’s Workforce Model</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b="1" lang="en" sz="1800">
                <a:latin typeface="Arial"/>
                <a:ea typeface="Arial"/>
                <a:cs typeface="Arial"/>
                <a:sym typeface="Arial"/>
              </a:rPr>
              <a:t>Workforce-Ready Talent</a:t>
            </a:r>
            <a:r>
              <a:rPr lang="en" sz="1800">
                <a:latin typeface="Arial"/>
                <a:ea typeface="Arial"/>
                <a:cs typeface="Arial"/>
                <a:sym typeface="Arial"/>
              </a:rPr>
              <a:t>: Reduces onboarding time and cost:</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lphaLcPeriod"/>
            </a:pPr>
            <a:r>
              <a:rPr lang="en" sz="1800">
                <a:latin typeface="Arial"/>
                <a:ea typeface="Arial"/>
                <a:cs typeface="Arial"/>
                <a:sym typeface="Arial"/>
              </a:rPr>
              <a:t>Using a Sector Strategy Approach, employers have direct influence on the skills taught so that CTE graduates meet employer expectations. </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lphaLcPeriod"/>
            </a:pPr>
            <a:r>
              <a:rPr lang="en" sz="1800">
                <a:latin typeface="Arial"/>
                <a:ea typeface="Arial"/>
                <a:cs typeface="Arial"/>
                <a:sym typeface="Arial"/>
              </a:rPr>
              <a:t>Work-Based Learning enables employers to vet students at no cost and establishes relationships securing a talent pipeline.</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b="1" lang="en" sz="1800">
                <a:latin typeface="Arial"/>
                <a:ea typeface="Arial"/>
                <a:cs typeface="Arial"/>
                <a:sym typeface="Arial"/>
              </a:rPr>
              <a:t>Innovation Advantage</a:t>
            </a:r>
            <a:r>
              <a:rPr lang="en" sz="1800">
                <a:latin typeface="Arial"/>
                <a:ea typeface="Arial"/>
                <a:cs typeface="Arial"/>
                <a:sym typeface="Arial"/>
              </a:rPr>
              <a:t>: AI- and robotics-train students for emerging workforce demands as the manufacturing sector evolves.</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b="1" lang="en" sz="1800">
                <a:latin typeface="Arial"/>
                <a:ea typeface="Arial"/>
                <a:cs typeface="Arial"/>
                <a:sym typeface="Arial"/>
              </a:rPr>
              <a:t>Addresses Labor Shortages</a:t>
            </a:r>
            <a:r>
              <a:rPr lang="en" sz="1800">
                <a:latin typeface="Arial"/>
                <a:ea typeface="Arial"/>
                <a:cs typeface="Arial"/>
                <a:sym typeface="Arial"/>
              </a:rPr>
              <a:t>: Employers systemically address worker shortage issues, enabling growth for Ohio’s manufacturing sector.</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b="1" sz="1800">
              <a:latin typeface="Arial"/>
              <a:ea typeface="Arial"/>
              <a:cs typeface="Arial"/>
              <a:sym typeface="Arial"/>
            </a:endParaRPr>
          </a:p>
          <a:p>
            <a:pPr indent="0" lvl="0" marL="0" rtl="0" algn="l">
              <a:spcBef>
                <a:spcPts val="1200"/>
              </a:spcBef>
              <a:spcAft>
                <a:spcPts val="0"/>
              </a:spcAft>
              <a:buNone/>
            </a:pPr>
            <a:r>
              <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07"/>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The Concern</a:t>
            </a:r>
            <a:endParaRPr/>
          </a:p>
        </p:txBody>
      </p:sp>
      <p:sp>
        <p:nvSpPr>
          <p:cNvPr id="733" name="Google Shape;733;p107"/>
          <p:cNvSpPr txBox="1"/>
          <p:nvPr>
            <p:ph idx="1" type="body"/>
          </p:nvPr>
        </p:nvSpPr>
        <p:spPr>
          <a:xfrm>
            <a:off x="457200" y="1200150"/>
            <a:ext cx="8229600" cy="3394500"/>
          </a:xfrm>
          <a:prstGeom prst="rect">
            <a:avLst/>
          </a:prstGeom>
        </p:spPr>
        <p:txBody>
          <a:bodyPr anchorCtr="0" anchor="t" bIns="45700" lIns="91425" spcFirstLastPara="1" rIns="91425" wrap="square" tIns="45700">
            <a:normAutofit fontScale="85000" lnSpcReduction="10000"/>
          </a:bodyPr>
          <a:lstStyle/>
          <a:p>
            <a:pPr indent="-365746" lvl="0" marL="457200" rtl="0" algn="l">
              <a:spcBef>
                <a:spcPts val="360"/>
              </a:spcBef>
              <a:spcAft>
                <a:spcPts val="0"/>
              </a:spcAft>
              <a:buSzPct val="83114"/>
              <a:buChar char="●"/>
            </a:pPr>
            <a:r>
              <a:rPr b="1" lang="en" sz="3057"/>
              <a:t>Significant Labor Shortages in the Manufacturing Sector:</a:t>
            </a:r>
            <a:endParaRPr b="1" sz="3057"/>
          </a:p>
          <a:p>
            <a:pPr indent="-373457" lvl="1" marL="914400" rtl="0" algn="l">
              <a:spcBef>
                <a:spcPts val="0"/>
              </a:spcBef>
              <a:spcAft>
                <a:spcPts val="0"/>
              </a:spcAft>
              <a:buSzPct val="100000"/>
              <a:buChar char="○"/>
            </a:pPr>
            <a:r>
              <a:rPr lang="en" sz="2684"/>
              <a:t>Aging Workforce</a:t>
            </a:r>
            <a:endParaRPr sz="2684"/>
          </a:p>
          <a:p>
            <a:pPr indent="-373457" lvl="1" marL="914400" rtl="0" algn="l">
              <a:spcBef>
                <a:spcPts val="0"/>
              </a:spcBef>
              <a:spcAft>
                <a:spcPts val="0"/>
              </a:spcAft>
              <a:buSzPct val="100000"/>
              <a:buChar char="○"/>
            </a:pPr>
            <a:r>
              <a:rPr lang="en" sz="2684"/>
              <a:t>Fewer </a:t>
            </a:r>
            <a:r>
              <a:rPr lang="en" sz="2684"/>
              <a:t>young</a:t>
            </a:r>
            <a:r>
              <a:rPr lang="en" sz="2684"/>
              <a:t> people entering the workforce</a:t>
            </a:r>
            <a:endParaRPr sz="2684"/>
          </a:p>
          <a:p>
            <a:pPr indent="-373457" lvl="1" marL="914400" rtl="0" algn="l">
              <a:spcBef>
                <a:spcPts val="0"/>
              </a:spcBef>
              <a:spcAft>
                <a:spcPts val="0"/>
              </a:spcAft>
              <a:buSzPct val="100000"/>
              <a:buChar char="○"/>
            </a:pPr>
            <a:r>
              <a:rPr lang="en" sz="2684"/>
              <a:t>The demand for workers will continue to outpace the number of people available to work</a:t>
            </a:r>
            <a:endParaRPr sz="2684"/>
          </a:p>
          <a:p>
            <a:pPr indent="-373457" lvl="1" marL="914400" rtl="0" algn="l">
              <a:spcBef>
                <a:spcPts val="0"/>
              </a:spcBef>
              <a:spcAft>
                <a:spcPts val="0"/>
              </a:spcAft>
              <a:buSzPct val="100000"/>
              <a:buChar char="○"/>
            </a:pPr>
            <a:r>
              <a:rPr lang="en" sz="2684"/>
              <a:t>According to CNBC’s America’s Top States for Business 2025, Ohio ranks 31st in workforce / labor supply.</a:t>
            </a:r>
            <a:endParaRPr sz="2684"/>
          </a:p>
          <a:p>
            <a:pPr indent="-373457" lvl="1" marL="914400" rtl="0" algn="l">
              <a:spcBef>
                <a:spcPts val="0"/>
              </a:spcBef>
              <a:spcAft>
                <a:spcPts val="0"/>
              </a:spcAft>
              <a:buSzPct val="100000"/>
              <a:buChar char="○"/>
            </a:pPr>
            <a:r>
              <a:rPr lang="en" sz="2684"/>
              <a:t>Research by Deloitte found that many manufacturer’s report unfilled jobs as a key constraint on production capacity.</a:t>
            </a:r>
            <a:endParaRPr sz="2684"/>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8"/>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A Potential Solution</a:t>
            </a:r>
            <a:endParaRPr/>
          </a:p>
        </p:txBody>
      </p:sp>
      <p:sp>
        <p:nvSpPr>
          <p:cNvPr id="739" name="Google Shape;739;p108"/>
          <p:cNvSpPr txBox="1"/>
          <p:nvPr>
            <p:ph idx="1" type="body"/>
          </p:nvPr>
        </p:nvSpPr>
        <p:spPr>
          <a:xfrm>
            <a:off x="457200" y="1200150"/>
            <a:ext cx="8229600" cy="3394500"/>
          </a:xfrm>
          <a:prstGeom prst="rect">
            <a:avLst/>
          </a:prstGeom>
        </p:spPr>
        <p:txBody>
          <a:bodyPr anchorCtr="0" anchor="t" bIns="45700" lIns="91425" spcFirstLastPara="1" rIns="91425" wrap="square" tIns="45700">
            <a:normAutofit fontScale="77500" lnSpcReduction="20000"/>
          </a:bodyPr>
          <a:lstStyle/>
          <a:p>
            <a:pPr indent="-381767" lvl="0" marL="457200" rtl="0" algn="l">
              <a:spcBef>
                <a:spcPts val="360"/>
              </a:spcBef>
              <a:spcAft>
                <a:spcPts val="0"/>
              </a:spcAft>
              <a:buSzPct val="100000"/>
              <a:buChar char="●"/>
            </a:pPr>
            <a:r>
              <a:rPr b="1" lang="en" sz="3112"/>
              <a:t>Unemployed Youth = Lost Potential:</a:t>
            </a:r>
            <a:endParaRPr b="1" sz="3112"/>
          </a:p>
          <a:p>
            <a:pPr indent="-360676" lvl="1" marL="914400" rtl="0" algn="l">
              <a:spcBef>
                <a:spcPts val="0"/>
              </a:spcBef>
              <a:spcAft>
                <a:spcPts val="0"/>
              </a:spcAft>
              <a:buSzPct val="100000"/>
              <a:buChar char="○"/>
            </a:pPr>
            <a:r>
              <a:rPr lang="en" sz="2684"/>
              <a:t>According to U.S. Census Data, Ohio has over 62,000 unemployed 20-24 year olds.</a:t>
            </a:r>
            <a:endParaRPr sz="2684"/>
          </a:p>
          <a:p>
            <a:pPr indent="-360676" lvl="1" marL="914400" rtl="0" algn="l">
              <a:spcBef>
                <a:spcPts val="0"/>
              </a:spcBef>
              <a:spcAft>
                <a:spcPts val="0"/>
              </a:spcAft>
              <a:buSzPct val="100000"/>
              <a:buChar char="○"/>
            </a:pPr>
            <a:r>
              <a:rPr lang="en" sz="2684"/>
              <a:t>The ability to re-engage these youth back into education (if they are high school dropouts) to finish their secondary education with skills training and placement assistance / support could significantly impact Ohio’s Workforce.</a:t>
            </a:r>
            <a:endParaRPr sz="2684"/>
          </a:p>
          <a:p>
            <a:pPr indent="-360676" lvl="1" marL="914400" rtl="0" algn="l">
              <a:spcBef>
                <a:spcPts val="0"/>
              </a:spcBef>
              <a:spcAft>
                <a:spcPts val="0"/>
              </a:spcAft>
              <a:buSzPct val="100000"/>
              <a:buChar char="○"/>
            </a:pPr>
            <a:r>
              <a:rPr lang="en" sz="2684"/>
              <a:t>This partnership of Next Gen A.I. R. and Oakmont Education is positioned to address the:</a:t>
            </a:r>
            <a:endParaRPr sz="2684"/>
          </a:p>
          <a:p>
            <a:pPr indent="-360675" lvl="2" marL="1371600" rtl="0" algn="l">
              <a:spcBef>
                <a:spcPts val="0"/>
              </a:spcBef>
              <a:spcAft>
                <a:spcPts val="0"/>
              </a:spcAft>
              <a:buSzPct val="100000"/>
              <a:buChar char="■"/>
            </a:pPr>
            <a:r>
              <a:rPr lang="en" sz="2684"/>
              <a:t>The Labor Shortage in Manufacturing</a:t>
            </a:r>
            <a:endParaRPr sz="2684"/>
          </a:p>
          <a:p>
            <a:pPr indent="-360675" lvl="2" marL="1371600" rtl="0" algn="l">
              <a:spcBef>
                <a:spcPts val="0"/>
              </a:spcBef>
              <a:spcAft>
                <a:spcPts val="0"/>
              </a:spcAft>
              <a:buSzPct val="100000"/>
              <a:buChar char="■"/>
            </a:pPr>
            <a:r>
              <a:rPr lang="en" sz="2684"/>
              <a:t>Meet evolving needs of smart manufacturing</a:t>
            </a:r>
            <a:endParaRPr sz="2684"/>
          </a:p>
          <a:p>
            <a:pPr indent="-360675" lvl="2" marL="1371600" rtl="0" algn="l">
              <a:spcBef>
                <a:spcPts val="0"/>
              </a:spcBef>
              <a:spcAft>
                <a:spcPts val="0"/>
              </a:spcAft>
              <a:buSzPct val="100000"/>
              <a:buChar char="■"/>
            </a:pPr>
            <a:r>
              <a:rPr lang="en" sz="2684"/>
              <a:t>Re-Engage thousands of youth, breaking generational poverty</a:t>
            </a:r>
            <a:endParaRPr sz="2684"/>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09"/>
          <p:cNvSpPr txBox="1"/>
          <p:nvPr>
            <p:ph type="title"/>
          </p:nvPr>
        </p:nvSpPr>
        <p:spPr>
          <a:xfrm>
            <a:off x="457200" y="0"/>
            <a:ext cx="8229600" cy="1676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t/>
            </a:r>
            <a:endParaRPr sz="2800"/>
          </a:p>
          <a:p>
            <a:pPr indent="0" lvl="0" marL="0" rtl="0" algn="ctr">
              <a:spcBef>
                <a:spcPts val="0"/>
              </a:spcBef>
              <a:spcAft>
                <a:spcPts val="0"/>
              </a:spcAft>
              <a:buClr>
                <a:schemeClr val="dk1"/>
              </a:buClr>
              <a:buSzPct val="39286"/>
              <a:buFont typeface="Arial"/>
              <a:buNone/>
            </a:pPr>
            <a:r>
              <a:rPr lang="en" sz="2800"/>
              <a:t>Yaskawa Motoman</a:t>
            </a:r>
            <a:endParaRPr/>
          </a:p>
          <a:p>
            <a:pPr indent="0" lvl="0" marL="0" rtl="0" algn="ctr">
              <a:spcBef>
                <a:spcPts val="0"/>
              </a:spcBef>
              <a:spcAft>
                <a:spcPts val="0"/>
              </a:spcAft>
              <a:buNone/>
            </a:pPr>
            <a:r>
              <a:rPr b="1" lang="en" sz="2800">
                <a:solidFill>
                  <a:srgbClr val="0000FF"/>
                </a:solidFill>
              </a:rPr>
              <a:t>Clint Chapman</a:t>
            </a:r>
            <a:endParaRPr b="1" sz="2800">
              <a:solidFill>
                <a:srgbClr val="0000FF"/>
              </a:solidFill>
            </a:endParaRPr>
          </a:p>
          <a:p>
            <a:pPr indent="0" lvl="0" marL="0" rtl="0" algn="ctr">
              <a:spcBef>
                <a:spcPts val="0"/>
              </a:spcBef>
              <a:spcAft>
                <a:spcPts val="0"/>
              </a:spcAft>
              <a:buNone/>
            </a:pPr>
            <a:r>
              <a:rPr lang="en" sz="2800">
                <a:solidFill>
                  <a:schemeClr val="dk1"/>
                </a:solidFill>
                <a:latin typeface="Calibri"/>
                <a:ea typeface="Calibri"/>
                <a:cs typeface="Calibri"/>
                <a:sym typeface="Calibri"/>
              </a:rPr>
              <a:t>Strong advocate for workforce development </a:t>
            </a:r>
            <a:endParaRPr sz="2800">
              <a:solidFill>
                <a:schemeClr val="dk1"/>
              </a:solidFill>
              <a:latin typeface="Calibri"/>
              <a:ea typeface="Calibri"/>
              <a:cs typeface="Calibri"/>
              <a:sym typeface="Calibri"/>
            </a:endParaRPr>
          </a:p>
          <a:p>
            <a:pPr indent="0" lvl="0" marL="0" rtl="0" algn="ctr">
              <a:spcBef>
                <a:spcPts val="0"/>
              </a:spcBef>
              <a:spcAft>
                <a:spcPts val="0"/>
              </a:spcAft>
              <a:buNone/>
            </a:pPr>
            <a:r>
              <a:rPr lang="en" sz="2800">
                <a:solidFill>
                  <a:schemeClr val="dk1"/>
                </a:solidFill>
                <a:latin typeface="Calibri"/>
                <a:ea typeface="Calibri"/>
                <a:cs typeface="Calibri"/>
                <a:sym typeface="Calibri"/>
              </a:rPr>
              <a:t>and robotics education  </a:t>
            </a:r>
            <a:endParaRPr sz="2800">
              <a:solidFill>
                <a:schemeClr val="dk1"/>
              </a:solidFill>
              <a:latin typeface="Calibri"/>
              <a:ea typeface="Calibri"/>
              <a:cs typeface="Calibri"/>
              <a:sym typeface="Calibri"/>
            </a:endParaRPr>
          </a:p>
          <a:p>
            <a:pPr indent="0" lvl="0" marL="742950" rtl="0" algn="ctr">
              <a:spcBef>
                <a:spcPts val="0"/>
              </a:spcBef>
              <a:spcAft>
                <a:spcPts val="0"/>
              </a:spcAft>
              <a:buNone/>
            </a:pPr>
            <a:r>
              <a:t/>
            </a:r>
            <a:endParaRPr/>
          </a:p>
        </p:txBody>
      </p:sp>
      <p:pic>
        <p:nvPicPr>
          <p:cNvPr id="745" name="Google Shape;745;p109" title="20250612_090140.jpg"/>
          <p:cNvPicPr preferRelativeResize="0"/>
          <p:nvPr/>
        </p:nvPicPr>
        <p:blipFill>
          <a:blip r:embed="rId3">
            <a:alphaModFix/>
          </a:blip>
          <a:stretch>
            <a:fillRect/>
          </a:stretch>
        </p:blipFill>
        <p:spPr>
          <a:xfrm>
            <a:off x="974138" y="1540430"/>
            <a:ext cx="7195725" cy="335894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10"/>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What I Know For Sure…</a:t>
            </a:r>
            <a:endParaRPr/>
          </a:p>
        </p:txBody>
      </p:sp>
      <p:sp>
        <p:nvSpPr>
          <p:cNvPr id="751" name="Google Shape;751;p110"/>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As an </a:t>
            </a:r>
            <a:r>
              <a:rPr lang="en"/>
              <a:t>advocate for workforce development and robotics education-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Why I have been working with NextGen A.I.R. from day one, and a member of their Advisory Team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11"/>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sz="4000"/>
              <a:t>The </a:t>
            </a:r>
            <a:r>
              <a:rPr lang="en" sz="4000"/>
              <a:t>Niches</a:t>
            </a:r>
            <a:r>
              <a:rPr lang="en" sz="4000"/>
              <a:t> NextGen A.I.R. Will Fill:</a:t>
            </a:r>
            <a:endParaRPr sz="4000"/>
          </a:p>
        </p:txBody>
      </p:sp>
      <p:sp>
        <p:nvSpPr>
          <p:cNvPr id="757" name="Google Shape;757;p111"/>
          <p:cNvSpPr txBox="1"/>
          <p:nvPr>
            <p:ph idx="1" type="body"/>
          </p:nvPr>
        </p:nvSpPr>
        <p:spPr>
          <a:xfrm>
            <a:off x="457200" y="1200150"/>
            <a:ext cx="8229600" cy="3394500"/>
          </a:xfrm>
          <a:prstGeom prst="rect">
            <a:avLst/>
          </a:prstGeom>
        </p:spPr>
        <p:txBody>
          <a:bodyPr anchorCtr="0" anchor="t" bIns="45700" lIns="91425" spcFirstLastPara="1" rIns="91425" wrap="square" tIns="45700">
            <a:normAutofit fontScale="70000" lnSpcReduction="20000"/>
          </a:bodyPr>
          <a:lstStyle/>
          <a:p>
            <a:pPr indent="0" lvl="0" marL="0" rtl="0" algn="l">
              <a:spcBef>
                <a:spcPts val="360"/>
              </a:spcBef>
              <a:spcAft>
                <a:spcPts val="0"/>
              </a:spcAft>
              <a:buNone/>
            </a:pPr>
            <a:r>
              <a:t/>
            </a:r>
            <a:endParaRPr/>
          </a:p>
          <a:p>
            <a:pPr indent="-308610" lvl="0" marL="457200" rtl="0" algn="l">
              <a:lnSpc>
                <a:spcPct val="115000"/>
              </a:lnSpc>
              <a:spcBef>
                <a:spcPts val="360"/>
              </a:spcBef>
              <a:spcAft>
                <a:spcPts val="0"/>
              </a:spcAft>
              <a:buSzPct val="56250"/>
              <a:buChar char="●"/>
            </a:pPr>
            <a:r>
              <a:rPr lang="en"/>
              <a:t>Certification Programs: </a:t>
            </a:r>
            <a:r>
              <a:rPr lang="en"/>
              <a:t>Theory</a:t>
            </a:r>
            <a:r>
              <a:rPr lang="en"/>
              <a:t> vs Training on actual </a:t>
            </a:r>
            <a:r>
              <a:rPr lang="en"/>
              <a:t>Equipment in a smart factory.</a:t>
            </a:r>
            <a:endParaRPr/>
          </a:p>
          <a:p>
            <a:pPr indent="-308610" lvl="0" marL="457200" rtl="0" algn="l">
              <a:lnSpc>
                <a:spcPct val="115000"/>
              </a:lnSpc>
              <a:spcBef>
                <a:spcPts val="0"/>
              </a:spcBef>
              <a:spcAft>
                <a:spcPts val="0"/>
              </a:spcAft>
              <a:buSzPct val="56250"/>
              <a:buChar char="●"/>
            </a:pPr>
            <a:r>
              <a:rPr lang="en"/>
              <a:t>Aging Out of Foster Care: 45% become homeless.</a:t>
            </a:r>
            <a:endParaRPr/>
          </a:p>
          <a:p>
            <a:pPr indent="-308610" lvl="0" marL="457200" rtl="0" algn="l">
              <a:lnSpc>
                <a:spcPct val="115000"/>
              </a:lnSpc>
              <a:spcBef>
                <a:spcPts val="0"/>
              </a:spcBef>
              <a:spcAft>
                <a:spcPts val="0"/>
              </a:spcAft>
              <a:buSzPct val="56250"/>
              <a:buChar char="●"/>
            </a:pPr>
            <a:r>
              <a:rPr lang="en"/>
              <a:t>The Lottery System: Kids that have been </a:t>
            </a:r>
            <a:r>
              <a:rPr lang="en"/>
              <a:t>aspiring</a:t>
            </a:r>
            <a:r>
              <a:rPr lang="en"/>
              <a:t> to be in the AI, Robotics, Automation </a:t>
            </a:r>
            <a:r>
              <a:rPr lang="en"/>
              <a:t>Industries, b</a:t>
            </a:r>
            <a:r>
              <a:rPr lang="en"/>
              <a:t>ut </a:t>
            </a:r>
            <a:r>
              <a:rPr lang="en"/>
              <a:t>their</a:t>
            </a:r>
            <a:r>
              <a:rPr lang="en"/>
              <a:t> “</a:t>
            </a:r>
            <a:r>
              <a:rPr i="1" lang="en"/>
              <a:t>number didn’t come up!</a:t>
            </a:r>
            <a:r>
              <a:rPr lang="en"/>
              <a:t>” and their </a:t>
            </a:r>
            <a:r>
              <a:rPr lang="en"/>
              <a:t>enthusiasm</a:t>
            </a:r>
            <a:r>
              <a:rPr lang="en"/>
              <a:t> is now stifled.</a:t>
            </a:r>
            <a:endParaRPr/>
          </a:p>
          <a:p>
            <a:pPr indent="-308610" lvl="0" marL="457200" rtl="0" algn="l">
              <a:lnSpc>
                <a:spcPct val="115000"/>
              </a:lnSpc>
              <a:spcBef>
                <a:spcPts val="0"/>
              </a:spcBef>
              <a:spcAft>
                <a:spcPts val="0"/>
              </a:spcAft>
              <a:buSzPct val="56250"/>
              <a:buChar char="●"/>
            </a:pPr>
            <a:r>
              <a:rPr lang="en"/>
              <a:t>Marginalized</a:t>
            </a:r>
            <a:r>
              <a:rPr lang="en"/>
              <a:t> youth who don’t have the opportunity to even see a path forward.</a:t>
            </a:r>
            <a:endParaRPr/>
          </a:p>
          <a:p>
            <a:pPr indent="0" lvl="0" marL="0" rtl="0" algn="l">
              <a:spcBef>
                <a:spcPts val="36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12"/>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sz="3200"/>
              <a:t>THOUGHTS?</a:t>
            </a:r>
            <a:endParaRPr/>
          </a:p>
        </p:txBody>
      </p:sp>
      <p:sp>
        <p:nvSpPr>
          <p:cNvPr id="763" name="Google Shape;763;p112"/>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SR Closing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13"/>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69" name="Google Shape;769;p113"/>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14"/>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highlight>
                  <a:srgbClr val="FFFF00"/>
                </a:highlight>
              </a:rPr>
              <a:t>The AsK &amp; Handout</a:t>
            </a:r>
            <a:endParaRPr>
              <a:highlight>
                <a:srgbClr val="FFFF00"/>
              </a:highlight>
            </a:endParaRPr>
          </a:p>
        </p:txBody>
      </p:sp>
      <p:sp>
        <p:nvSpPr>
          <p:cNvPr id="775" name="Google Shape;775;p114"/>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15"/>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Confidentially Speaking</a:t>
            </a:r>
            <a:endParaRPr/>
          </a:p>
        </p:txBody>
      </p:sp>
      <p:sp>
        <p:nvSpPr>
          <p:cNvPr id="781" name="Google Shape;781;p115"/>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16"/>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87" name="Google Shape;787;p116"/>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788" name="Google Shape;788;p116" title="unnamed(2).jpg"/>
          <p:cNvPicPr preferRelativeResize="0"/>
          <p:nvPr/>
        </p:nvPicPr>
        <p:blipFill>
          <a:blip r:embed="rId3">
            <a:alphaModFix/>
          </a:blip>
          <a:stretch>
            <a:fillRect/>
          </a:stretch>
        </p:blipFill>
        <p:spPr>
          <a:xfrm>
            <a:off x="5924885" y="4858347"/>
            <a:ext cx="132754" cy="132754"/>
          </a:xfrm>
          <a:prstGeom prst="rect">
            <a:avLst/>
          </a:prstGeom>
          <a:noFill/>
          <a:ln>
            <a:noFill/>
          </a:ln>
        </p:spPr>
      </p:pic>
      <p:pic>
        <p:nvPicPr>
          <p:cNvPr id="789" name="Google Shape;789;p116" title="unnamed(1).jpg"/>
          <p:cNvPicPr preferRelativeResize="0"/>
          <p:nvPr/>
        </p:nvPicPr>
        <p:blipFill>
          <a:blip r:embed="rId4">
            <a:alphaModFix/>
          </a:blip>
          <a:stretch>
            <a:fillRect/>
          </a:stretch>
        </p:blipFill>
        <p:spPr>
          <a:xfrm>
            <a:off x="6210039" y="4858347"/>
            <a:ext cx="132754" cy="13275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SV_PresentationTemplateR2">
  <a:themeElements>
    <a:clrScheme name="TechSolve">
      <a:dk1>
        <a:srgbClr val="002A3A"/>
      </a:dk1>
      <a:lt1>
        <a:srgbClr val="FFFFFF"/>
      </a:lt1>
      <a:dk2>
        <a:srgbClr val="002A3A"/>
      </a:dk2>
      <a:lt2>
        <a:srgbClr val="6AA439"/>
      </a:lt2>
      <a:accent1>
        <a:srgbClr val="6AA439"/>
      </a:accent1>
      <a:accent2>
        <a:srgbClr val="C3D600"/>
      </a:accent2>
      <a:accent3>
        <a:srgbClr val="C0C0C0"/>
      </a:accent3>
      <a:accent4>
        <a:srgbClr val="0067B9"/>
      </a:accent4>
      <a:accent5>
        <a:srgbClr val="AFCDD7"/>
      </a:accent5>
      <a:accent6>
        <a:srgbClr val="6AA439"/>
      </a:accent6>
      <a:hlink>
        <a:srgbClr val="6AA439"/>
      </a:hlink>
      <a:folHlink>
        <a:srgbClr val="0067B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